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authors.xml" ContentType="application/vnd.ms-powerpoint.author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7cf816478b54bcb" /><Relationship Type="http://schemas.openxmlformats.org/officeDocument/2006/relationships/extended-properties" Target="/docProps/app.xml" Id="R4c05e791300347c2" /><Relationship Type="http://schemas.openxmlformats.org/officeDocument/2006/relationships/officeDocument" Target="/ppt/presentation.xml" Id="R20145f0956914f02" /></Relationships>
</file>

<file path=ppt/presentation.xml><?xml version="1.0" encoding="utf-8"?>
<p:presentation xmlns:p="http://schemas.openxmlformats.org/presentationml/2006/main">
  <p:sldMasterIdLst>
    <p:sldMasterId xmlns:r="http://schemas.openxmlformats.org/officeDocument/2006/relationships" id="2147483648" r:id="Ra11d313f6b0a4ca9"/>
  </p:sldMasterIdLst>
  <p:notesMasterIdLst>
    <p:notesMasterId xmlns:r="http://schemas.openxmlformats.org/officeDocument/2006/relationships" r:id="Rfc031f977925406a"/>
  </p:notesMasterIdLst>
  <p:sldIdLst>
    <p:sldId xmlns:r="http://schemas.openxmlformats.org/officeDocument/2006/relationships" id="256" r:id="Rd19f72fbe19b41e7"/>
    <p:sldId xmlns:r="http://schemas.openxmlformats.org/officeDocument/2006/relationships" id="257" r:id="R3c779c7c12ef4a0a"/>
    <p:sldId xmlns:r="http://schemas.openxmlformats.org/officeDocument/2006/relationships" id="258" r:id="Rac6132da749c43eb"/>
    <p:sldId xmlns:r="http://schemas.openxmlformats.org/officeDocument/2006/relationships" id="259" r:id="Rf45f74784f084238"/>
    <p:sldId xmlns:r="http://schemas.openxmlformats.org/officeDocument/2006/relationships" id="260" r:id="Rfec7d8b182b64f80"/>
  </p:sldIdLst>
  <p:sldSz cx="12195175" cy="6859588"/>
  <p:notesSz cx="6858000" cy="9144000"/>
  <p:defaultTextStyle>
    <a:defPPr xmlns:a="http://schemas.openxmlformats.org/drawingml/2006/main">
      <a:buNone/>
    </a:defPPr>
    <a:lvl1pPr xmlns:a="http://schemas.openxmlformats.org/drawingml/2006/main" algn="l">
      <a:spcBef>
        <a:spcPct val="0"/>
      </a:spcBef>
      <a:spcAft>
        <a:spcPct val="0"/>
      </a:spcAft>
      <a:buNone/>
      <a:defRPr kern="1200">
        <a:solidFill>
          <a:schemeClr val="tx1"/>
        </a:solidFill>
        <a:latin typeface="Arial"/>
        <a:ea typeface="Arial"/>
        <a:cs typeface="Arial"/>
      </a:defRPr>
    </a:lvl1pPr>
    <a:lvl2pPr xmlns:a="http://schemas.openxmlformats.org/drawingml/2006/main" marL="544388" algn="l">
      <a:spcBef>
        <a:spcPct val="0"/>
      </a:spcBef>
      <a:spcAft>
        <a:spcPct val="0"/>
      </a:spcAft>
      <a:buNone/>
      <a:defRPr kern="1200">
        <a:solidFill>
          <a:schemeClr val="tx1"/>
        </a:solidFill>
        <a:latin typeface="Arial"/>
        <a:ea typeface="Arial"/>
        <a:cs typeface="Arial"/>
      </a:defRPr>
    </a:lvl2pPr>
    <a:lvl3pPr xmlns:a="http://schemas.openxmlformats.org/drawingml/2006/main" marL="1088776" algn="l">
      <a:spcBef>
        <a:spcPct val="0"/>
      </a:spcBef>
      <a:spcAft>
        <a:spcPct val="0"/>
      </a:spcAft>
      <a:buNone/>
      <a:defRPr kern="1200">
        <a:solidFill>
          <a:schemeClr val="tx1"/>
        </a:solidFill>
        <a:latin typeface="Arial"/>
        <a:ea typeface="Arial"/>
        <a:cs typeface="Arial"/>
      </a:defRPr>
    </a:lvl3pPr>
    <a:lvl4pPr xmlns:a="http://schemas.openxmlformats.org/drawingml/2006/main" marL="1633164" algn="l">
      <a:spcBef>
        <a:spcPct val="0"/>
      </a:spcBef>
      <a:spcAft>
        <a:spcPct val="0"/>
      </a:spcAft>
      <a:buNone/>
      <a:defRPr kern="1200">
        <a:solidFill>
          <a:schemeClr val="tx1"/>
        </a:solidFill>
        <a:latin typeface="Arial"/>
        <a:ea typeface="Arial"/>
        <a:cs typeface="Arial"/>
      </a:defRPr>
    </a:lvl4pPr>
    <a:lvl5pPr xmlns:a="http://schemas.openxmlformats.org/drawingml/2006/main" marL="2177552" algn="l">
      <a:spcBef>
        <a:spcPct val="0"/>
      </a:spcBef>
      <a:spcAft>
        <a:spcPct val="0"/>
      </a:spcAft>
      <a:buNone/>
      <a:defRPr kern="1200">
        <a:solidFill>
          <a:schemeClr val="tx1"/>
        </a:solidFill>
        <a:latin typeface="Arial"/>
        <a:ea typeface="Arial"/>
        <a:cs typeface="Arial"/>
      </a:defRPr>
    </a:lvl5pPr>
    <a:lvl6pPr xmlns:a="http://schemas.openxmlformats.org/drawingml/2006/main" marL="2721940" algn="l" defTabSz="1088776">
      <a:buNone/>
      <a:defRPr kern="1200">
        <a:solidFill>
          <a:schemeClr val="tx1"/>
        </a:solidFill>
        <a:latin typeface="Arial"/>
        <a:ea typeface="Arial"/>
        <a:cs typeface="Arial"/>
      </a:defRPr>
    </a:lvl6pPr>
    <a:lvl7pPr xmlns:a="http://schemas.openxmlformats.org/drawingml/2006/main" marL="3266328" algn="l" defTabSz="1088776">
      <a:buNone/>
      <a:defRPr kern="1200">
        <a:solidFill>
          <a:schemeClr val="tx1"/>
        </a:solidFill>
        <a:latin typeface="Arial"/>
        <a:ea typeface="Arial"/>
        <a:cs typeface="Arial"/>
      </a:defRPr>
    </a:lvl7pPr>
    <a:lvl8pPr xmlns:a="http://schemas.openxmlformats.org/drawingml/2006/main" marL="3810716" algn="l" defTabSz="1088776">
      <a:buNone/>
      <a:defRPr kern="1200">
        <a:solidFill>
          <a:schemeClr val="tx1"/>
        </a:solidFill>
        <a:latin typeface="Arial"/>
        <a:ea typeface="Arial"/>
        <a:cs typeface="Arial"/>
      </a:defRPr>
    </a:lvl8pPr>
    <a:lvl9pPr xmlns:a="http://schemas.openxmlformats.org/drawingml/2006/main" marL="4355104" algn="l" defTabSz="1088776">
      <a:buNone/>
      <a:defRPr kern="1200">
        <a:solidFill>
          <a:schemeClr val="tx1"/>
        </a:solidFill>
        <a:latin typeface="Arial"/>
        <a:ea typeface="Arial"/>
        <a:cs typeface="Arial"/>
      </a:defRPr>
    </a:lvl9pPr>
  </p:defaultTextStyle>
</p:presentation>
</file>

<file path=ppt/authors.xml><?xml version="1.0" encoding="utf-8"?>
<p188:authorLst xmlns:p188="http://schemas.microsoft.com/office/powerpoint/2018/8/main">
  <p188:author id="{7F6B801D-5990-1978-2002-D701D6E4405E}" name="Lorisa Vojka" initials="LV" userId="S::lorisa.vojka@raiffeisen.al::4a61c892-f295-4d77-b6f7-8eb2d303753d" providerId="AD"/>
  <p188:author id="{86F6C829-2631-2BEE-F767-3964E58B944A}" name="Franziska Hecht" initials="FH" userId="S::franziska.hecht@theventury.com::507c26bc-e5e2-4237-a727-9f89dd35deee" providerId="AD"/>
  <p188:author id="{9374272A-59DD-0D81-ED96-9EAD1B57C6EF}" name="Nada JEVTIC" initials="NJ" userId="S::nada.jevtic@rbinternational.com::55f7553b-9de4-4ef6-8706-8d409c0525c9" providerId="AD"/>
  <p188:author id="{D0C4FD45-C611-4C60-4EEB-3BB22DCFE8E8}" name="Sarah STRAUB" initials="SS" userId="S::sarah.straub@rbinternational.com::bc2f94ed-e1ee-4ed6-ad75-2d268c338354" providerId="AD"/>
  <p188:author id="{2A94495C-9880-76D5-E536-C79472432D5B}" name="Catalina ARATEANU" initials="CMAP" userId="Catalina ARATEANU" providerId="None"/>
  <p188:author id="{E352F960-50BF-F4B8-3559-BB5384908A7F}" name="Elma IBRAHIMOVIC" initials="EI" userId="S::elma.ibrahimovic@rbinternational.com::28a40b44-d304-4e28-a4db-1772ee7a38a7" providerId="AD"/>
  <p188:author id="{71980990-FCE1-8D48-ABD2-C1914FD42916}" name="Lisa KUTTNER" initials="LK" userId="S::lisa.kuttner@rbinternational.com::ae76df06-88b7-4921-93f7-8e1ba8f70dec" providerId="AD"/>
  <p188:author id="{5F28F390-DA9C-A6C1-660E-E2DD0EAAE1D5}" name="Artemida ALLTARI" initials="AA" userId="S::Artemida.ALLTARI@raiffeisen.al::7905eda1-c361-426a-b1f3-9d7b23e04427" providerId="AD"/>
  <p188:author id="{47EE6B96-F81F-4CD5-3F17-941771E89208}" name="Lara PROKOP" initials="LP" userId="S::lara.prokop@rbinternational.com::16097e2c-7042-4b57-bd55-23cc17170130" providerId="AD"/>
  <p188:author id="{E88B98A4-28F0-691D-0135-060F68057395}" name="Christoph BROGGIATO" initials="CB" userId="S::christoph.broggiato-external@rbinternational.com::41f25970-06fb-47f3-ac69-c3fb7325148c" providerId="AD"/>
  <p188:author id="{642860AD-135D-E2A4-E7F9-85931203ADDA}" name="Christine SCHÄTTIN" initials="CS" userId="S::christine.schaettin@rbinternational.com::7ebc77c1-64d5-4bd1-a4aa-e3c421dd1461" providerId="AD"/>
  <p188:author id="{075D83AD-1A9D-8EAA-574A-6D498506A870}" name="Jannik BÖCKENHOLT" initials="JB" userId="S::jannik.boeckenholt@rbinternational.com::81580c29-53d2-4c4c-8adf-8193452a38a3" providerId="AD"/>
  <p188:author id="{A836A6AE-ED33-D376-9699-21943F75D878}" name="Lukas HELMER" initials="LH" userId="S::lukas.helmer@rbinternational.com::09f620dc-89be-41fd-8080-d31edf5212f5" providerId="AD"/>
  <p188:author id="{AAD3D8B7-AEB0-7B01-C6E4-FA166F05F8C6}" name="Elma SARIC" initials="ES" userId="S::elma.saric@rbinternational.com::bcae9672-36a2-4711-9149-dd64c0720bef" providerId="AD"/>
  <p188:author id="{B13884BB-A83A-9EB2-A8E4-7ECA2A5E4864}" name="Gerison Hoxha" initials="GH" userId="S::Gerison.Hoxha@raiffeisen.al::e7456f07-deab-4add-a96f-6ebe7816b815" providerId="AD"/>
  <p188:author id="{2EAA24C6-0B69-BBA8-CD57-28620330429A}" name="Gerison Hoxha" initials="GH" userId="S::gerison.hoxha@raiffeisen.al::e7456f07-deab-4add-a96f-6ebe7816b815" providerId="AD"/>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1ce775b89f3244eb" /><Relationship Type="http://schemas.openxmlformats.org/officeDocument/2006/relationships/slideMaster" Target="/ppt/slideMasters/slideMaster1.xml" Id="Ra11d313f6b0a4ca9" /><Relationship Type="http://schemas.openxmlformats.org/officeDocument/2006/relationships/notesMaster" Target="/ppt/notesMasters/notesMaster1.xml" Id="Rfc031f977925406a" /><Relationship Type="http://schemas.openxmlformats.org/officeDocument/2006/relationships/presProps" Target="/ppt/presProps.xml" Id="Rf58d9967fc9648d1" /><Relationship Type="http://schemas.openxmlformats.org/officeDocument/2006/relationships/viewProps" Target="/ppt/viewProps.xml" Id="R578606942d6642a1" /><Relationship Type="http://schemas.openxmlformats.org/officeDocument/2006/relationships/tableStyles" Target="/ppt/tableStyles.xml" Id="Rd6157a7f6ee94c2f" /><Relationship Type="http://schemas.microsoft.com/office/2018/10/relationships/authors" Target="/ppt/authors.xml" Id="Rd22959c883f943ff" /><Relationship Type="http://schemas.openxmlformats.org/officeDocument/2006/relationships/slide" Target="/ppt/slides/slide1.xml" Id="Rd19f72fbe19b41e7" /><Relationship Type="http://schemas.openxmlformats.org/officeDocument/2006/relationships/slide" Target="/ppt/slides/slide2.xml" Id="R3c779c7c12ef4a0a" /><Relationship Type="http://schemas.openxmlformats.org/officeDocument/2006/relationships/slide" Target="/ppt/slides/slide3.xml" Id="Rac6132da749c43eb" /><Relationship Type="http://schemas.openxmlformats.org/officeDocument/2006/relationships/slide" Target="/ppt/slides/slide4.xml" Id="Rf45f74784f084238" /><Relationship Type="http://schemas.openxmlformats.org/officeDocument/2006/relationships/slide" Target="/ppt/slides/slide5.xml" Id="Rfec7d8b182b64f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b761ebc31ff4c1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1_Theme1">
  <a:themeElements>
    <a:clrScheme name="RBI Theme">
      <a:dk1>
        <a:srgbClr val="000000"/>
      </a:dk1>
      <a:lt1>
        <a:srgbClr val="FFFFFF"/>
      </a:lt1>
      <a:dk2>
        <a:srgbClr val="2B2D34"/>
      </a:dk2>
      <a:lt2>
        <a:srgbClr val="F1EDE6"/>
      </a:lt2>
      <a:accent1>
        <a:srgbClr val="FEE600"/>
      </a:accent1>
      <a:accent2>
        <a:srgbClr val="FFD403"/>
      </a:accent2>
      <a:accent3>
        <a:srgbClr val="F9BB30"/>
      </a:accent3>
      <a:accent4>
        <a:srgbClr val="67D0AB"/>
      </a:accent4>
      <a:accent5>
        <a:srgbClr val="FF8B6B"/>
      </a:accent5>
      <a:accent6>
        <a:srgbClr val="6A4CAD"/>
      </a:accent6>
      <a:hlink>
        <a:srgbClr val="64C5C9"/>
      </a:hlink>
      <a:folHlink>
        <a:srgbClr val="2B2D34"/>
      </a:folHlink>
    </a:clrScheme>
    <a:fontScheme name="RBI">
      <a:majorFont>
        <a:latin typeface="Amalia"/>
        <a:ea typeface=""/>
        <a:cs typeface=""/>
      </a:majorFont>
      <a:minorFont>
        <a:latin typeface="Amalia"/>
        <a:ea typeface=""/>
        <a:cs typeface=""/>
      </a:minorFont>
    </a:fontScheme>
    <a:fmtScheme name="RBI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d864aa152364ae5" /><Relationship Type="http://schemas.openxmlformats.org/officeDocument/2006/relationships/notesMaster" Target="/ppt/notesMasters/notesMaster1.xml" Id="Ra2b79156d9304d36"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fa526340ca423d" /><Relationship Type="http://schemas.openxmlformats.org/officeDocument/2006/relationships/notesMaster" Target="/ppt/notesMasters/notesMaster1.xml" Id="R397dfce2491e454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a89f521a9e4fac" /><Relationship Type="http://schemas.openxmlformats.org/officeDocument/2006/relationships/notesMaster" Target="/ppt/notesMasters/notesMaster1.xml" Id="R03c6deab51b24b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09b918b4a2aa4211" /><Relationship Type="http://schemas.openxmlformats.org/officeDocument/2006/relationships/notesMaster" Target="/ppt/notesMasters/notesMaster1.xml" Id="R66551009073947a2" /></Relationships>
</file>

<file path=ppt/notesSlides/_rels/notesSlide5.xml.rels>&#65279;<?xml version="1.0" encoding="utf-8"?><Relationships xmlns="http://schemas.openxmlformats.org/package/2006/relationships"><Relationship Type="http://schemas.openxmlformats.org/officeDocument/2006/relationships/slide" Target="/ppt/slides/slide5.xml" Id="R274848c0cdb04f2f" /><Relationship Type="http://schemas.openxmlformats.org/officeDocument/2006/relationships/notesMaster" Target="/ppt/notesMasters/notesMaster1.xml" Id="R188cf3882e8e4ae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Introduce collaboration as combining capabilities. People frame the problem and remain accountable. AI helps explore possibilities, but benefits depend on the task and how outputs are reviewed. Source: https://www.ibm.com/think/topics/human-ai-collaboration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seconds. Connect this to Understand, Empathize &amp; Synthesize, Ideate, Prototype &amp; Test, and Business Case &amp; Pitch. AI can help at each stage, including structuring a business case. We verify the sources and numbers. AI-generated customer responses are hypotheses, not real interviews. Source: https://www.ibm.com/think/topics/human-ai-collaboration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seconds. Use our mass-affluent challenge to make the collaboration tangible. For example, explore how to make financial guidance easier to understand. This slide illustrates how collaboration could work. It does not claim that the team completed customer interviews or validation. Replace with a verified team artifact if agreed before presenting.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seconds. Link this to Innovation School culture: Want, May and Can. Explain the benefit, establish usable boundaries, and provide skills and time. Review responsibility must be clear for each task. Source for collaboration, governance and continuous learning: https://www.ibm.com/think/topics/human-ai-collaboration. Want/May/Can: RBI Innovation School course 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seconds. This is our proposed next step, not an IBM-prescribed timetable. Choose a manageable innovation task, such as preparing a concept for customer testing. Agree quality criteria before starting. Each week, share one useful practice and one problem. At four weeks, compare with the baseline and decide what continues. Ask managers to support the pilot with time, approved tools and an accountable owner.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b373fe8570143e1" /><Relationship Type="http://schemas.openxmlformats.org/officeDocument/2006/relationships/image" Target="/ppt/media/image2.png" Id="Rf01026f683b34b7f" /><Relationship Type="http://schemas.openxmlformats.org/officeDocument/2006/relationships/image" Target="/ppt/media/image.svg" Id="Rcecd8410bdb844fb" /><Relationship Type="http://schemas.openxmlformats.org/officeDocument/2006/relationships/image" Target="/ppt/media/image3.png" Id="Rdbda78209e474585" /><Relationship Type="http://schemas.openxmlformats.org/officeDocument/2006/relationships/image" Target="/ppt/media/image4.png" Id="R78881051b1fc479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ef58d0685da4154" /><Relationship Type="http://schemas.openxmlformats.org/officeDocument/2006/relationships/image" Target="/ppt/media/image5.png" Id="Raf795ba104b4443f" /><Relationship Type="http://schemas.openxmlformats.org/officeDocument/2006/relationships/image" Target="/ppt/media/image2.svg" Id="Rd182319a47644f48" /><Relationship Type="http://schemas.openxmlformats.org/officeDocument/2006/relationships/image" Target="/ppt/media/image6.png" Id="R21613707b1734518" /><Relationship Type="http://schemas.openxmlformats.org/officeDocument/2006/relationships/image" Target="/ppt/media/image7.png" Id="R4b60aea39d5c486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c227f22dfd942fc" /><Relationship Type="http://schemas.openxmlformats.org/officeDocument/2006/relationships/image" Target="/ppt/media/image8.png" Id="R75dd89890b71492d" /><Relationship Type="http://schemas.openxmlformats.org/officeDocument/2006/relationships/image" Target="/ppt/media/image3.svg" Id="R47848a8fe36c4275" /><Relationship Type="http://schemas.openxmlformats.org/officeDocument/2006/relationships/image" Target="/ppt/media/image4.png" Id="R6881fd0fedd54ede" /><Relationship Type="http://schemas.openxmlformats.org/officeDocument/2006/relationships/image" Target="/ppt/media/image7.png" Id="Rbdec69f2195c429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04722001b154972" /><Relationship Type="http://schemas.openxmlformats.org/officeDocument/2006/relationships/image" Target="/ppt/media/image5.png" Id="R301c85f8bd124469" /><Relationship Type="http://schemas.openxmlformats.org/officeDocument/2006/relationships/image" Target="/ppt/media/image2.svg" Id="R0de30c6d3a7f4965" /><Relationship Type="http://schemas.openxmlformats.org/officeDocument/2006/relationships/image" Target="/ppt/media/image6.png" Id="R2601bca10f6149dd" /><Relationship Type="http://schemas.openxmlformats.org/officeDocument/2006/relationships/image" Target="/ppt/media/image7.png" Id="Rbb976dc452134c4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ea05d42159d4c6e" /><Relationship Type="http://schemas.openxmlformats.org/officeDocument/2006/relationships/image" Target="/ppt/media/image8.png" Id="Rc5d6b756d56d436f" /><Relationship Type="http://schemas.openxmlformats.org/officeDocument/2006/relationships/image" Target="/ppt/media/image3.svg" Id="Rb741aedbc6704f55" /><Relationship Type="http://schemas.openxmlformats.org/officeDocument/2006/relationships/image" Target="/ppt/media/image4.png" Id="R3e9338d92c884438" /><Relationship Type="http://schemas.openxmlformats.org/officeDocument/2006/relationships/image" Target="/ppt/media/image7.png" Id="Rcf99ddb694eb4b9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80c2ed407404958" /><Relationship Type="http://schemas.openxmlformats.org/officeDocument/2006/relationships/image" Target="/ppt/media/image2.png" Id="R9e1ace491a31408d" /><Relationship Type="http://schemas.openxmlformats.org/officeDocument/2006/relationships/image" Target="/ppt/media/image.svg" Id="Ra8b1a7be94e348e0" /><Relationship Type="http://schemas.openxmlformats.org/officeDocument/2006/relationships/image" Target="/ppt/media/image9.png" Id="R9a393f702807492e"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dcc447a7637644f9" /><Relationship Type="http://schemas.openxmlformats.org/officeDocument/2006/relationships/image" Target="/ppt/media/image2.png" Id="Re7807b0604094d9f" /><Relationship Type="http://schemas.openxmlformats.org/officeDocument/2006/relationships/image" Target="/ppt/media/image.svg" Id="Rc2c7b82d04f44ef4" /><Relationship Type="http://schemas.openxmlformats.org/officeDocument/2006/relationships/image" Target="/ppt/media/image9.png" Id="Rd164c577945140e2"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28fac0edc0ee4610" /><Relationship Type="http://schemas.openxmlformats.org/officeDocument/2006/relationships/image" Target="/ppt/media/image9.png" Id="R956e45ffc27d4b62" /><Relationship Type="http://schemas.openxmlformats.org/officeDocument/2006/relationships/image" Target="/ppt/media/image2.png" Id="R53cd377ca6f14512" /><Relationship Type="http://schemas.openxmlformats.org/officeDocument/2006/relationships/image" Target="/ppt/media/image.svg" Id="R35c039b79013473d"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9d3607af642487f" /><Relationship Type="http://schemas.openxmlformats.org/officeDocument/2006/relationships/image" Target="/ppt/media/image2.png" Id="Rdb4baaa93bb84346" /><Relationship Type="http://schemas.openxmlformats.org/officeDocument/2006/relationships/image" Target="/ppt/media/image.svg" Id="R662661d70eaa48ab" /><Relationship Type="http://schemas.openxmlformats.org/officeDocument/2006/relationships/image" Target="/ppt/media/image9.png" Id="R785e31d9c05b4a45"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e97f418d6b924b64" /><Relationship Type="http://schemas.openxmlformats.org/officeDocument/2006/relationships/image" Target="/ppt/media/image9.png" Id="Rdfd1b01d72cf4e01" /><Relationship Type="http://schemas.openxmlformats.org/officeDocument/2006/relationships/image" Target="/ppt/media/image10.png" Id="Rb650089caf454487"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d501b46c8a164a50" /><Relationship Type="http://schemas.openxmlformats.org/officeDocument/2006/relationships/image" Target="/ppt/media/image9.png" Id="R2154e47522c64340" /><Relationship Type="http://schemas.openxmlformats.org/officeDocument/2006/relationships/image" Target="/ppt/media/image10.png" Id="R1d6dab2a539540ee"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8ff0d50812a14a29" /><Relationship Type="http://schemas.openxmlformats.org/officeDocument/2006/relationships/image" Target="/ppt/media/image9.png" Id="R1354bf489d544734" /><Relationship Type="http://schemas.openxmlformats.org/officeDocument/2006/relationships/image" Target="/ppt/media/image10.png" Id="Rca9a62b9e1dc4c3b"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56686462a4a74bf4" /><Relationship Type="http://schemas.openxmlformats.org/officeDocument/2006/relationships/image" Target="/ppt/media/image9.png" Id="Rd652df00261e4a6c" /><Relationship Type="http://schemas.openxmlformats.org/officeDocument/2006/relationships/image" Target="/ppt/media/image10.png" Id="R372455eae5204af8"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4ca3b9485f954018" /><Relationship Type="http://schemas.openxmlformats.org/officeDocument/2006/relationships/image" Target="/ppt/media/image9.png" Id="Rf90ce3a22cab48c1" /><Relationship Type="http://schemas.openxmlformats.org/officeDocument/2006/relationships/image" Target="/ppt/media/image11.png" Id="R4dacbb002ceb487b" /><Relationship Type="http://schemas.openxmlformats.org/officeDocument/2006/relationships/image" Target="/ppt/media/image12.png" Id="R5d54190702de4063" /><Relationship Type="http://schemas.openxmlformats.org/officeDocument/2006/relationships/image" Target="/ppt/media/image4.svg" Id="R0b017b2423814f25" /><Relationship Type="http://schemas.openxmlformats.org/officeDocument/2006/relationships/image" Target="/ppt/media/image13.png" Id="R9f94d3fb3c454022" /><Relationship Type="http://schemas.openxmlformats.org/officeDocument/2006/relationships/image" Target="/ppt/media/image10.png" Id="R7b6f3d10cf184cf0"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c4477dcd7c0e4c42" /><Relationship Type="http://schemas.openxmlformats.org/officeDocument/2006/relationships/image" Target="/ppt/media/image9.png" Id="R8d9dfddc8a934926" /><Relationship Type="http://schemas.openxmlformats.org/officeDocument/2006/relationships/image" Target="/ppt/media/image11.png" Id="R00e3fe5a90244a66" /><Relationship Type="http://schemas.openxmlformats.org/officeDocument/2006/relationships/image" Target="/ppt/media/image12.png" Id="R23c3f59231d6475f" /><Relationship Type="http://schemas.openxmlformats.org/officeDocument/2006/relationships/image" Target="/ppt/media/image4.svg" Id="Rc09ae99151d0431f" /><Relationship Type="http://schemas.openxmlformats.org/officeDocument/2006/relationships/image" Target="/ppt/media/image13.png" Id="R2ce54bd7e4494f67" /><Relationship Type="http://schemas.openxmlformats.org/officeDocument/2006/relationships/image" Target="/ppt/media/image10.png" Id="R45b63df311d741f3"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5ba2c27687244640" /><Relationship Type="http://schemas.openxmlformats.org/officeDocument/2006/relationships/image" Target="/ppt/media/image9.png" Id="R578c7078e47b4340" /><Relationship Type="http://schemas.openxmlformats.org/officeDocument/2006/relationships/image" Target="/ppt/media/image11.png" Id="Rc1d42b5b3b324a7b" /><Relationship Type="http://schemas.openxmlformats.org/officeDocument/2006/relationships/image" Target="/ppt/media/image12.png" Id="Rce67fba3cd1f4a3b" /><Relationship Type="http://schemas.openxmlformats.org/officeDocument/2006/relationships/image" Target="/ppt/media/image4.svg" Id="Rd41e7f0ee0404e22" /><Relationship Type="http://schemas.openxmlformats.org/officeDocument/2006/relationships/image" Target="/ppt/media/image13.png" Id="R7401c9ff40694f6e" /><Relationship Type="http://schemas.openxmlformats.org/officeDocument/2006/relationships/image" Target="/ppt/media/image10.png" Id="R78832e4670bb4f73"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faca5e6a58784359" /><Relationship Type="http://schemas.openxmlformats.org/officeDocument/2006/relationships/image" Target="/ppt/media/image9.png" Id="Rd3a3e5c798554538" /><Relationship Type="http://schemas.openxmlformats.org/officeDocument/2006/relationships/image" Target="/ppt/media/image11.png" Id="Ra6429f5614734335" /><Relationship Type="http://schemas.openxmlformats.org/officeDocument/2006/relationships/image" Target="/ppt/media/image12.png" Id="Rf8e2bb5146f04dba" /><Relationship Type="http://schemas.openxmlformats.org/officeDocument/2006/relationships/image" Target="/ppt/media/image4.svg" Id="Rfa8138abc6434259" /><Relationship Type="http://schemas.openxmlformats.org/officeDocument/2006/relationships/image" Target="/ppt/media/image13.png" Id="R6b83d3c54e0d4364" /><Relationship Type="http://schemas.openxmlformats.org/officeDocument/2006/relationships/image" Target="/ppt/media/image10.png" Id="R01f3e3f4c81e492a"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e957566f6ff74ddf" /><Relationship Type="http://schemas.openxmlformats.org/officeDocument/2006/relationships/image" Target="/ppt/media/image2.png" Id="R98892fd078ae44b8" /><Relationship Type="http://schemas.openxmlformats.org/officeDocument/2006/relationships/image" Target="/ppt/media/image.svg" Id="R0c633af634ea4c6c" /><Relationship Type="http://schemas.openxmlformats.org/officeDocument/2006/relationships/image" Target="/ppt/media/image9.png" Id="R4f51a8cc6f694c6f" /><Relationship Type="http://schemas.openxmlformats.org/officeDocument/2006/relationships/image" Target="/ppt/media/image14.png" Id="Rad24dfe5794c46f7" /></Relationships>
</file>

<file path=ppt/slideLayouts/slideLayout1.xml><?xml version="1.0" encoding="utf-8"?>
<p:sldLayout xmlns:p="http://schemas.openxmlformats.org/presentationml/2006/main" showMasterSp="0" preserve="1">
  <p:cSld name="Beginning">
    <p:bg>
      <p:bgRef idx="1001">
        <a:schemeClr xmlns:a="http://schemas.openxmlformats.org/drawingml/2006/main" val="bg1"/>
      </p:bgRef>
    </p:bg>
    <p:spTree>
      <p:nvGrpSpPr>
        <p:cNvPr id="1" name=""/>
        <p:cNvGrpSpPr/>
        <p:nvPr/>
      </p:nvGrpSpPr>
      <p:grpSpPr>
        <a:xfrm xmlns:a="http://schemas.openxmlformats.org/drawingml/2006/main"/>
      </p:grpSpPr>
      <p:sp>
        <p:nvSpPr>
          <p:cNvPr id="8" name="Freeform 7">
            <a:extLst xmlns:a="http://schemas.openxmlformats.org/drawingml/2006/main">
              <a:ext uri="{FF2B5EF4-FFF2-40B4-BE49-F238E27FC236}">
                <a16:creationId xmlns:a16="http://schemas.microsoft.com/office/drawing/2014/main" id="{8F489C80-15E6-A8C0-06B4-4DC868852DA8}"/>
              </a:ext>
            </a:extLst>
          </p:cNvPr>
          <p:cNvSpPr>
            <a:spLocks xmlns:a="http://schemas.openxmlformats.org/drawingml/2006/main" noGrp="1"/>
          </p:cNvSpPr>
          <p:nvPr/>
        </p:nvSpPr>
        <p:spPr>
          <a:xfrm xmlns:a="http://schemas.openxmlformats.org/drawingml/2006/main">
            <a:off x="0" y="1"/>
            <a:ext cx="12370117" cy="6859588"/>
          </a:xfrm>
          <a:custGeom xmlns:a="http://schemas.openxmlformats.org/drawingml/2006/main">
            <a:rect l="l" t="t" r="r" b="b"/>
            <a:pathLst>
              <a:path w="9425227" h="9653398">
                <a:moveTo>
                  <a:pt x="0" y="0"/>
                </a:moveTo>
                <a:lnTo>
                  <a:pt x="9425227" y="0"/>
                </a:lnTo>
                <a:lnTo>
                  <a:pt x="9425227" y="9653399"/>
                </a:lnTo>
                <a:lnTo>
                  <a:pt x="0" y="9653399"/>
                </a:lnTo>
                <a:lnTo>
                  <a:pt x="0" y="0"/>
                </a:lnTo>
                <a:close/>
              </a:path>
            </a:pathLst>
          </a:custGeom>
          <a:blipFill xmlns:a="http://schemas.openxmlformats.org/drawingml/2006/main">
            <a:blip xmlns:r="http://schemas.openxmlformats.org/officeDocument/2006/relationships" r:embed="Rf01026f683b34b7f">
              <a:alphaModFix amt="60000"/>
              <a:extLst>
                <a:ext uri="{96DAC541-7B7A-43D3-8B79-37D633B846F1}">
                  <asvg:svgBlip xmlns:asvg="http://schemas.microsoft.com/office/drawing/2016/SVG/main" r:embed="Rcecd8410bdb844fb"/>
                </a:ext>
              </a:extLst>
            </a:blip>
            <a:stretch>
              <a:fillRect l="-12442" t="-57056" r="-11724" b="-15910"/>
            </a:stretch>
          </a:blipFill>
        </p:spPr>
        <p:txBody>
          <a:bodyPr xmlns:a="http://schemas.openxmlformats.org/drawingml/2006/main"/>
          <a:lstStyle xmlns:a="http://schemas.openxmlformats.org/drawingml/2006/main"/>
          <a:p xmlns:a="http://schemas.openxmlformats.org/drawingml/2006/main">
            <a:pPr marL="0" marR="0" lvl="0" indent="0" algn="l" defTabSz="914400">
              <a:lnSpc>
                <a:spcPct val="100000"/>
              </a:lnSpc>
              <a:spcBef>
                <a:spcPct val="0"/>
              </a:spcBef>
              <a:spcAft>
                <a:spcPct val="0"/>
              </a:spcAft>
              <a:buClrTx/>
              <a:buSzTx/>
              <a:buFontTx/>
              <a:buNone/>
            </a:pPr>
            <a:endParaRPr sz="1800" b="0" i="0" u="none" strike="noStrike" kern="1200" cap="none" spc="0" baseline="0">
              <a:ln>
                <a:noFill/>
              </a:ln>
              <a:solidFill>
                <a:srgbClr val="000000"/>
              </a:solidFill>
              <a:highlight>
                <a:srgbClr val="FFFF00"/>
              </a:highlight>
              <a:latin typeface="Arial"/>
              <a:ea typeface="Arial"/>
              <a:cs typeface="Arial"/>
            </a:endParaRPr>
          </a:p>
        </p:txBody>
      </p:sp>
      <p:sp>
        <p:nvSpPr>
          <p:cNvPr id="13" name="Title 12">
            <a:extLst xmlns:a="http://schemas.openxmlformats.org/drawingml/2006/main">
              <a:ext uri="{FF2B5EF4-FFF2-40B4-BE49-F238E27FC236}">
                <a16:creationId xmlns:a16="http://schemas.microsoft.com/office/drawing/2014/main" id="{AC4F03D3-E108-4031-88E6-1164793D024B}"/>
              </a:ext>
            </a:extLst>
          </p:cNvPr>
          <p:cNvSpPr>
            <a:spLocks xmlns:a="http://schemas.openxmlformats.org/drawingml/2006/main" noGrp="1"/>
          </p:cNvSpPr>
          <p:nvPr>
            <p:ph type="title" idx="0"/>
          </p:nvPr>
        </p:nvSpPr>
        <p:spPr>
          <a:xfrm xmlns:a="http://schemas.openxmlformats.org/drawingml/2006/main">
            <a:off x="412090" y="3448560"/>
            <a:ext cx="9157792" cy="443198"/>
          </a:xfrm>
        </p:spPr>
        <p:txBody>
          <a:bodyPr xmlns:a="http://schemas.openxmlformats.org/drawingml/2006/main" wrap="square" anchor="b">
            <a:spAutoFit/>
          </a:bodyPr>
          <a:lstStyle xmlns:a="http://schemas.openxmlformats.org/drawingml/2006/main">
            <a:lvl1pPr algn="l">
              <a:lnSpc>
                <a:spcPct val="90000"/>
              </a:lnSpc>
              <a:buNone/>
              <a:defRPr sz="3200" b="1" spc="-30" baseline="0">
                <a:solidFill>
                  <a:schemeClr val="tx1"/>
                </a:solidFill>
                <a:latin typeface="+mj-lt"/>
                <a:ea typeface="+mj-lt"/>
                <a:cs typeface="+mj-lt"/>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60FA061A-80C6-45C7-B34C-5724846433C7}"/>
              </a:ext>
            </a:extLst>
          </p:cNvPr>
          <p:cNvSpPr>
            <a:spLocks xmlns:a="http://schemas.openxmlformats.org/drawingml/2006/main" noGrp="1"/>
          </p:cNvSpPr>
          <p:nvPr>
            <p:ph type="body" idx="10"/>
          </p:nvPr>
        </p:nvSpPr>
        <p:spPr>
          <a:xfrm xmlns:a="http://schemas.openxmlformats.org/drawingml/2006/main">
            <a:off x="412090" y="4383026"/>
            <a:ext cx="4566030" cy="221907"/>
          </a:xfrm>
        </p:spPr>
        <p:txBody>
          <a:bodyPr xmlns:a="http://schemas.openxmlformats.org/drawingml/2006/main" wrap="square">
            <a:spAutoFit/>
          </a:bodyPr>
          <a:lstStyle xmlns:a="http://schemas.openxmlformats.org/drawingml/2006/main">
            <a:lvl1pPr marL="0" marR="0" indent="0" algn="l" defTabSz="1088667">
              <a:lnSpc>
                <a:spcPct val="110000"/>
              </a:lnSpc>
              <a:spcBef>
                <a:spcPts val="0"/>
              </a:spcBef>
              <a:spcAft>
                <a:spcPts val="0"/>
              </a:spcAft>
              <a:buClrTx/>
              <a:buSzTx/>
              <a:buFontTx/>
              <a:buNone/>
              <a:defRPr sz="1400" b="0">
                <a:solidFill>
                  <a:schemeClr val="tx1"/>
                </a:solidFill>
              </a:defRPr>
            </a:lvl1pPr>
          </a:lstStyle>
          <a:p xmlns:a="http://schemas.openxmlformats.org/drawingml/2006/main">
            <a:pPr lvl="0">
              <a:buNone/>
            </a:pPr>
            <a:r>
              <a:t>Click to edit Master text styles</a:t>
            </a:r>
          </a:p>
        </p:txBody>
      </p:sp>
      <p:pic>
        <p:nvPicPr>
          <p:cNvPr id="4" name="Picture 3">
            <a:extLst xmlns:a="http://schemas.openxmlformats.org/drawingml/2006/main">
              <a:ext uri="{FF2B5EF4-FFF2-40B4-BE49-F238E27FC236}">
                <a16:creationId xmlns:a16="http://schemas.microsoft.com/office/drawing/2014/main" id="{A7CDD788-DEFF-466B-81C2-D0E96D74C7FF}"/>
              </a:ext>
            </a:extLst>
          </p:cNvPr>
          <p:cNvPicPr>
            <a:picLocks xmlns:a="http://schemas.openxmlformats.org/drawingml/2006/main" noChangeAspect="1"/>
          </p:cNvPicPr>
          <p:nvPr/>
        </p:nvPicPr>
        <p:blipFill>
          <a:blip xmlns:r="http://schemas.openxmlformats.org/officeDocument/2006/relationships" xmlns:a="http://schemas.openxmlformats.org/drawingml/2006/main" r:embed="Rdbda78209e474585"/>
          <a:stretch xmlns:a="http://schemas.openxmlformats.org/drawingml/2006/main">
            <a:fillRect l="0" t="0" r="0" b="0"/>
          </a:stretch>
        </p:blipFill>
        <p:spPr>
          <a:xfrm xmlns:a="http://schemas.openxmlformats.org/drawingml/2006/main">
            <a:off x="9394938" y="4140274"/>
            <a:ext cx="2975179" cy="2719314"/>
          </a:xfrm>
          <a:prstGeom xmlns:a="http://schemas.openxmlformats.org/drawingml/2006/main" prst="rect">
            <a:avLst/>
          </a:prstGeom>
        </p:spPr>
      </p:pic>
      <p:pic>
        <p:nvPicPr>
          <p:cNvPr id="5" name="Picture 4">
            <a:extLst xmlns:a="http://schemas.openxmlformats.org/drawingml/2006/main">
              <a:ext uri="{FF2B5EF4-FFF2-40B4-BE49-F238E27FC236}">
                <a16:creationId xmlns:a16="http://schemas.microsoft.com/office/drawing/2014/main" id="{C1AF2DE6-ED44-4852-B841-5A1024E3CA7D}"/>
              </a:ext>
            </a:extLst>
          </p:cNvPr>
          <p:cNvPicPr>
            <a:picLocks xmlns:a="http://schemas.openxmlformats.org/drawingml/2006/main" noChangeAspect="1"/>
          </p:cNvPicPr>
          <p:nvPr/>
        </p:nvPicPr>
        <p:blipFill>
          <a:blip xmlns:r="http://schemas.openxmlformats.org/officeDocument/2006/relationships" xmlns:a="http://schemas.openxmlformats.org/drawingml/2006/main" r:embed="R78881051b1fc4792"/>
          <a:stretch xmlns:a="http://schemas.openxmlformats.org/drawingml/2006/main">
            <a:fillRect l="0" t="0" r="0" b="0"/>
          </a:stretch>
        </p:blipFill>
        <p:spPr>
          <a:xfrm xmlns:a="http://schemas.openxmlformats.org/drawingml/2006/main">
            <a:off x="214180" y="186448"/>
            <a:ext cx="2034932" cy="561777"/>
          </a:xfrm>
          <a:prstGeom xmlns:a="http://schemas.openxmlformats.org/drawingml/2006/main" prst="rect">
            <a:avLst/>
          </a:prstGeom>
        </p:spPr>
      </p:pic>
    </p:spTree>
  </p:cSld>
</p:sldLayout>
</file>

<file path=ppt/slideLayouts/slideLayout2.xml><?xml version="1.0" encoding="utf-8"?>
<p:sldLayout xmlns:p="http://schemas.openxmlformats.org/presentationml/2006/main" showMasterSp="0" preserve="1" userDrawn="1">
  <p:cSld name="4_Person Introduction">
    <p:bg>
      <p:bgPr>
        <a:solidFill xmlns:a="http://schemas.openxmlformats.org/drawingml/2006/main">
          <a:schemeClr val="accent1"/>
        </a:solidFill>
      </p:bgPr>
    </p:bg>
    <p:spTree>
      <p:nvGrpSpPr>
        <p:cNvPr id="1" name=""/>
        <p:cNvGrpSpPr/>
        <p:nvPr/>
      </p:nvGrpSpPr>
      <p:grpSpPr>
        <a:xfrm xmlns:a="http://schemas.openxmlformats.org/drawingml/2006/main"/>
      </p:grpSpPr>
      <p:sp>
        <p:nvSpPr>
          <p:cNvPr id="8" name="Freeform 7">
            <a:extLst xmlns:a="http://schemas.openxmlformats.org/drawingml/2006/main">
              <a:ext uri="{FF2B5EF4-FFF2-40B4-BE49-F238E27FC236}">
                <a16:creationId xmlns:a16="http://schemas.microsoft.com/office/drawing/2014/main" id="{48EF1268-B134-7DE5-FB7A-28B52968A208}"/>
              </a:ext>
            </a:extLst>
          </p:cNvPr>
          <p:cNvSpPr>
            <a:spLocks xmlns:a="http://schemas.openxmlformats.org/drawingml/2006/main" noGrp="1"/>
          </p:cNvSpPr>
          <p:nvPr/>
        </p:nvSpPr>
        <p:spPr>
          <a:xfrm xmlns:a="http://schemas.openxmlformats.org/drawingml/2006/main" flipH="1">
            <a:off x="4909745" y="0"/>
            <a:ext cx="7300547" cy="4787900"/>
          </a:xfrm>
          <a:custGeom xmlns:a="http://schemas.openxmlformats.org/drawingml/2006/main">
            <a:rect l="l" t="t" r="r" b="b"/>
            <a:pathLst>
              <a:path w="9425227" h="9653398">
                <a:moveTo>
                  <a:pt x="0" y="0"/>
                </a:moveTo>
                <a:lnTo>
                  <a:pt x="9425227" y="0"/>
                </a:lnTo>
                <a:lnTo>
                  <a:pt x="9425227" y="9653399"/>
                </a:lnTo>
                <a:lnTo>
                  <a:pt x="0" y="9653399"/>
                </a:lnTo>
                <a:lnTo>
                  <a:pt x="0" y="0"/>
                </a:lnTo>
                <a:close/>
              </a:path>
            </a:pathLst>
          </a:custGeom>
          <a:blipFill xmlns:a="http://schemas.openxmlformats.org/drawingml/2006/main">
            <a:blip xmlns:r="http://schemas.openxmlformats.org/officeDocument/2006/relationships" r:embed="Raf795ba104b4443f">
              <a:alphaModFix amt="60000"/>
              <a:extLst>
                <a:ext uri="{96DAC541-7B7A-43D3-8B79-37D633B846F1}">
                  <asvg:svgBlip xmlns:asvg="http://schemas.microsoft.com/office/drawing/2016/SVG/main" r:embed="Rd182319a47644f48"/>
                </a:ext>
              </a:extLst>
            </a:blip>
            <a:stretch>
              <a:fillRect l="-40231" t="-43892" r="16951" b="10832"/>
            </a:stretch>
          </a:blipFill>
        </p:spPr>
        <p:txBody>
          <a:bodyPr xmlns:a="http://schemas.openxmlformats.org/drawingml/2006/main"/>
          <a:lstStyle xmlns:a="http://schemas.openxmlformats.org/drawingml/2006/main"/>
          <a:p xmlns:a="http://schemas.openxmlformats.org/drawingml/2006/main">
            <a:pPr marL="0" marR="0" lvl="0" indent="0" algn="l" defTabSz="914400">
              <a:lnSpc>
                <a:spcPct val="100000"/>
              </a:lnSpc>
              <a:spcBef>
                <a:spcPct val="0"/>
              </a:spcBef>
              <a:spcAft>
                <a:spcPct val="0"/>
              </a:spcAft>
              <a:buClrTx/>
              <a:buSzTx/>
              <a:buFontTx/>
              <a:buNone/>
            </a:pPr>
            <a:endParaRPr sz="1800" b="0" i="0" u="none" strike="noStrike" kern="1200" cap="none" spc="0" baseline="0">
              <a:ln>
                <a:noFill/>
              </a:ln>
              <a:solidFill>
                <a:srgbClr val="000000"/>
              </a:solidFill>
              <a:highlight>
                <a:srgbClr val="FFFF00"/>
              </a:highlight>
              <a:latin typeface="Arial"/>
              <a:ea typeface="Arial"/>
              <a:cs typeface="Arial"/>
            </a:endParaRPr>
          </a:p>
        </p:txBody>
      </p:sp>
      <p:pic>
        <p:nvPicPr>
          <p:cNvPr id="3" name="Picture 2">
            <a:extLst xmlns:a="http://schemas.openxmlformats.org/drawingml/2006/main">
              <a:ext uri="{FF2B5EF4-FFF2-40B4-BE49-F238E27FC236}">
                <a16:creationId xmlns:a16="http://schemas.microsoft.com/office/drawing/2014/main" id="{5840559A-A601-4257-AF9A-C931B253858F}"/>
              </a:ext>
            </a:extLst>
          </p:cNvPr>
          <p:cNvPicPr>
            <a:picLocks xmlns:a="http://schemas.openxmlformats.org/drawingml/2006/main" noChangeAspect="1"/>
          </p:cNvPicPr>
          <p:nvPr/>
        </p:nvPicPr>
        <p:blipFill>
          <a:blip xmlns:r="http://schemas.openxmlformats.org/officeDocument/2006/relationships" xmlns:a="http://schemas.openxmlformats.org/drawingml/2006/main" r:embed="R21613707b1734518"/>
          <a:stretch xmlns:a="http://schemas.openxmlformats.org/drawingml/2006/main">
            <a:fillRect l="0" t="0" r="0" b="0"/>
          </a:stretch>
        </p:blipFill>
        <p:spPr>
          <a:xfrm xmlns:a="http://schemas.openxmlformats.org/drawingml/2006/main">
            <a:off x="192931" y="189435"/>
            <a:ext cx="2087049" cy="576063"/>
          </a:xfrm>
          <a:prstGeom xmlns:a="http://schemas.openxmlformats.org/drawingml/2006/main" prst="rect">
            <a:avLst/>
          </a:prstGeom>
        </p:spPr>
      </p:pic>
      <p:sp>
        <p:nvSpPr>
          <p:cNvPr id="11" name="Text Placeholder 2">
            <a:extLst xmlns:a="http://schemas.openxmlformats.org/drawingml/2006/main">
              <a:ext uri="{FF2B5EF4-FFF2-40B4-BE49-F238E27FC236}">
                <a16:creationId xmlns:a16="http://schemas.microsoft.com/office/drawing/2014/main" id="{455D208C-D08C-A79F-1B10-889AD2A62C28}"/>
              </a:ext>
            </a:extLst>
          </p:cNvPr>
          <p:cNvSpPr>
            <a:spLocks xmlns:a="http://schemas.openxmlformats.org/drawingml/2006/main" noGrp="1"/>
          </p:cNvSpPr>
          <p:nvPr>
            <p:ph type="body" idx="11"/>
          </p:nvPr>
        </p:nvSpPr>
        <p:spPr>
          <a:xfrm xmlns:a="http://schemas.openxmlformats.org/drawingml/2006/main">
            <a:off x="2836646" y="4285827"/>
            <a:ext cx="4566030" cy="221907"/>
          </a:xfrm>
        </p:spPr>
        <p:txBody>
          <a:bodyPr xmlns:a="http://schemas.openxmlformats.org/drawingml/2006/main" wrap="square">
            <a:spAutoFit/>
          </a:bodyPr>
          <a:lstStyle xmlns:a="http://schemas.openxmlformats.org/drawingml/2006/main">
            <a:lvl1pPr marL="0" marR="0" indent="0" algn="l" defTabSz="1088667">
              <a:lnSpc>
                <a:spcPct val="110000"/>
              </a:lnSpc>
              <a:spcBef>
                <a:spcPts val="0"/>
              </a:spcBef>
              <a:spcAft>
                <a:spcPts val="0"/>
              </a:spcAft>
              <a:buClrTx/>
              <a:buSzTx/>
              <a:buFontTx/>
              <a:buNone/>
              <a:defRPr sz="1400" b="0">
                <a:solidFill>
                  <a:schemeClr val="tx1"/>
                </a:solidFill>
              </a:defRPr>
            </a:lvl1pPr>
          </a:lstStyle>
          <a:p xmlns:a="http://schemas.openxmlformats.org/drawingml/2006/main">
            <a:pPr lvl="0">
              <a:buNone/>
            </a:pPr>
            <a:r>
              <a:t>Click to edit Master text styles</a:t>
            </a:r>
          </a:p>
        </p:txBody>
      </p:sp>
      <p:sp>
        <p:nvSpPr>
          <p:cNvPr id="10" name="Freeform 7">
            <a:extLst xmlns:a="http://schemas.openxmlformats.org/drawingml/2006/main">
              <a:ext uri="{FF2B5EF4-FFF2-40B4-BE49-F238E27FC236}">
                <a16:creationId xmlns:a16="http://schemas.microsoft.com/office/drawing/2014/main" id="{166684BA-2A30-0BC9-4AED-6667E0383D71}"/>
              </a:ext>
            </a:extLst>
          </p:cNvPr>
          <p:cNvSpPr>
            <a:spLocks xmlns:a="http://schemas.openxmlformats.org/drawingml/2006/main" noGrp="1"/>
          </p:cNvSpPr>
          <p:nvPr/>
        </p:nvSpPr>
        <p:spPr>
          <a:xfrm xmlns:a="http://schemas.openxmlformats.org/drawingml/2006/main">
            <a:off x="-781310" y="2648525"/>
            <a:ext cx="2880997" cy="4116311"/>
          </a:xfrm>
          <a:custGeom xmlns:a="http://schemas.openxmlformats.org/drawingml/2006/main">
            <a:gdLst>
              <a:gd name="connsiteX0" fmla="*/ 0 w 3498574"/>
              <a:gd name="connsiteY0" fmla="*/ 533873 h 5009322"/>
              <a:gd name="connsiteX1" fmla="*/ 1965108 w 3498574"/>
              <a:gd name="connsiteY1" fmla="*/ 2498981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53550 w 3498574"/>
              <a:gd name="connsiteY1" fmla="*/ 2482688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41992 w 3498574"/>
              <a:gd name="connsiteY1" fmla="*/ 2497200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465050 w 3509263"/>
              <a:gd name="connsiteY9" fmla="*/ 102231 h 5009322"/>
              <a:gd name="connsiteX10" fmla="*/ 0 w 3509263"/>
              <a:gd name="connsiteY10" fmla="*/ 538314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397553 w 3509263"/>
              <a:gd name="connsiteY9" fmla="*/ 157556 h 5009322"/>
              <a:gd name="connsiteX10" fmla="*/ 0 w 3509263"/>
              <a:gd name="connsiteY10" fmla="*/ 538314 h 5009322"/>
              <a:gd name="connsiteX0" fmla="*/ 0 w 3509263"/>
              <a:gd name="connsiteY0" fmla="*/ 865832 h 5336840"/>
              <a:gd name="connsiteX1" fmla="*/ 1952681 w 3509263"/>
              <a:gd name="connsiteY1" fmla="*/ 2824718 h 5336840"/>
              <a:gd name="connsiteX2" fmla="*/ 10689 w 3509263"/>
              <a:gd name="connsiteY2" fmla="*/ 4791607 h 5336840"/>
              <a:gd name="connsiteX3" fmla="*/ 430973 w 3509263"/>
              <a:gd name="connsiteY3" fmla="*/ 5234609 h 5336840"/>
              <a:gd name="connsiteX4" fmla="*/ 771743 w 3509263"/>
              <a:gd name="connsiteY4" fmla="*/ 5336840 h 5336840"/>
              <a:gd name="connsiteX5" fmla="*/ 1135231 w 3509263"/>
              <a:gd name="connsiteY5" fmla="*/ 5211891 h 5336840"/>
              <a:gd name="connsiteX6" fmla="*/ 3509263 w 3509263"/>
              <a:gd name="connsiteY6" fmla="*/ 2837858 h 5336840"/>
              <a:gd name="connsiteX7" fmla="*/ 1078436 w 3509263"/>
              <a:gd name="connsiteY7" fmla="*/ 418390 h 5336840"/>
              <a:gd name="connsiteX8" fmla="*/ 737666 w 3509263"/>
              <a:gd name="connsiteY8" fmla="*/ 327518 h 5336840"/>
              <a:gd name="connsiteX9" fmla="*/ 397553 w 3509263"/>
              <a:gd name="connsiteY9" fmla="*/ 485074 h 5336840"/>
              <a:gd name="connsiteX10" fmla="*/ 0 w 3509263"/>
              <a:gd name="connsiteY10" fmla="*/ 865832 h 5336840"/>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2840 h 5013848"/>
              <a:gd name="connsiteX1" fmla="*/ 1952681 w 3509263"/>
              <a:gd name="connsiteY1" fmla="*/ 2501726 h 5013848"/>
              <a:gd name="connsiteX2" fmla="*/ 10689 w 3509263"/>
              <a:gd name="connsiteY2" fmla="*/ 4468615 h 5013848"/>
              <a:gd name="connsiteX3" fmla="*/ 430973 w 3509263"/>
              <a:gd name="connsiteY3" fmla="*/ 4911617 h 5013848"/>
              <a:gd name="connsiteX4" fmla="*/ 771743 w 3509263"/>
              <a:gd name="connsiteY4" fmla="*/ 5013848 h 5013848"/>
              <a:gd name="connsiteX5" fmla="*/ 1135231 w 3509263"/>
              <a:gd name="connsiteY5" fmla="*/ 4888899 h 5013848"/>
              <a:gd name="connsiteX6" fmla="*/ 3509263 w 3509263"/>
              <a:gd name="connsiteY6" fmla="*/ 2514866 h 5013848"/>
              <a:gd name="connsiteX7" fmla="*/ 1117296 w 3509263"/>
              <a:gd name="connsiteY7" fmla="*/ 134923 h 5013848"/>
              <a:gd name="connsiteX8" fmla="*/ 737666 w 3509263"/>
              <a:gd name="connsiteY8" fmla="*/ 4526 h 5013848"/>
              <a:gd name="connsiteX9" fmla="*/ 397553 w 3509263"/>
              <a:gd name="connsiteY9" fmla="*/ 162082 h 5013848"/>
              <a:gd name="connsiteX10" fmla="*/ 0 w 3509263"/>
              <a:gd name="connsiteY10" fmla="*/ 542840 h 5013848"/>
              <a:gd name="connsiteX0" fmla="*/ 0 w 3509263"/>
              <a:gd name="connsiteY0" fmla="*/ 526104 h 4997112"/>
              <a:gd name="connsiteX1" fmla="*/ 1952681 w 3509263"/>
              <a:gd name="connsiteY1" fmla="*/ 2484990 h 4997112"/>
              <a:gd name="connsiteX2" fmla="*/ 10689 w 3509263"/>
              <a:gd name="connsiteY2" fmla="*/ 4451879 h 4997112"/>
              <a:gd name="connsiteX3" fmla="*/ 430973 w 3509263"/>
              <a:gd name="connsiteY3" fmla="*/ 4894881 h 4997112"/>
              <a:gd name="connsiteX4" fmla="*/ 771743 w 3509263"/>
              <a:gd name="connsiteY4" fmla="*/ 4997112 h 4997112"/>
              <a:gd name="connsiteX5" fmla="*/ 1135231 w 3509263"/>
              <a:gd name="connsiteY5" fmla="*/ 4872163 h 4997112"/>
              <a:gd name="connsiteX6" fmla="*/ 3509263 w 3509263"/>
              <a:gd name="connsiteY6" fmla="*/ 2498130 h 4997112"/>
              <a:gd name="connsiteX7" fmla="*/ 1117296 w 3509263"/>
              <a:gd name="connsiteY7" fmla="*/ 118187 h 4997112"/>
              <a:gd name="connsiteX8" fmla="*/ 753426 w 3509263"/>
              <a:gd name="connsiteY8" fmla="*/ 4526 h 4997112"/>
              <a:gd name="connsiteX9" fmla="*/ 397553 w 3509263"/>
              <a:gd name="connsiteY9" fmla="*/ 145346 h 4997112"/>
              <a:gd name="connsiteX10" fmla="*/ 0 w 3509263"/>
              <a:gd name="connsiteY10" fmla="*/ 526104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64742 w 3500203"/>
              <a:gd name="connsiteY1" fmla="*/ 25023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5110 w 3505313"/>
              <a:gd name="connsiteY0" fmla="*/ 531610 h 4997112"/>
              <a:gd name="connsiteX1" fmla="*/ 1969852 w 3505313"/>
              <a:gd name="connsiteY1" fmla="*/ 2502390 h 4997112"/>
              <a:gd name="connsiteX2" fmla="*/ 0 w 3505313"/>
              <a:gd name="connsiteY2" fmla="*/ 4481321 h 4997112"/>
              <a:gd name="connsiteX3" fmla="*/ 427023 w 3505313"/>
              <a:gd name="connsiteY3" fmla="*/ 4894881 h 4997112"/>
              <a:gd name="connsiteX4" fmla="*/ 767793 w 3505313"/>
              <a:gd name="connsiteY4" fmla="*/ 4997112 h 4997112"/>
              <a:gd name="connsiteX5" fmla="*/ 1131281 w 3505313"/>
              <a:gd name="connsiteY5" fmla="*/ 4872163 h 4997112"/>
              <a:gd name="connsiteX6" fmla="*/ 3505313 w 3505313"/>
              <a:gd name="connsiteY6" fmla="*/ 2498130 h 4997112"/>
              <a:gd name="connsiteX7" fmla="*/ 1113346 w 3505313"/>
              <a:gd name="connsiteY7" fmla="*/ 118187 h 4997112"/>
              <a:gd name="connsiteX8" fmla="*/ 749476 w 3505313"/>
              <a:gd name="connsiteY8" fmla="*/ 4526 h 4997112"/>
              <a:gd name="connsiteX9" fmla="*/ 393603 w 3505313"/>
              <a:gd name="connsiteY9" fmla="*/ 145346 h 4997112"/>
              <a:gd name="connsiteX10" fmla="*/ 5110 w 3505313"/>
              <a:gd name="connsiteY10" fmla="*/ 531610 h 4997112"/>
              <a:gd name="connsiteX0" fmla="*/ 5110 w 3505313"/>
              <a:gd name="connsiteY0" fmla="*/ 531610 h 5288660"/>
              <a:gd name="connsiteX1" fmla="*/ 1969852 w 3505313"/>
              <a:gd name="connsiteY1" fmla="*/ 2502390 h 5288660"/>
              <a:gd name="connsiteX2" fmla="*/ 0 w 3505313"/>
              <a:gd name="connsiteY2" fmla="*/ 4481321 h 5288660"/>
              <a:gd name="connsiteX3" fmla="*/ 427023 w 3505313"/>
              <a:gd name="connsiteY3" fmla="*/ 4894881 h 5288660"/>
              <a:gd name="connsiteX4" fmla="*/ 767793 w 3505313"/>
              <a:gd name="connsiteY4" fmla="*/ 4997112 h 5288660"/>
              <a:gd name="connsiteX5" fmla="*/ 1131281 w 3505313"/>
              <a:gd name="connsiteY5" fmla="*/ 4872163 h 5288660"/>
              <a:gd name="connsiteX6" fmla="*/ 3505313 w 3505313"/>
              <a:gd name="connsiteY6" fmla="*/ 2498130 h 5288660"/>
              <a:gd name="connsiteX7" fmla="*/ 1113346 w 3505313"/>
              <a:gd name="connsiteY7" fmla="*/ 118187 h 5288660"/>
              <a:gd name="connsiteX8" fmla="*/ 749476 w 3505313"/>
              <a:gd name="connsiteY8" fmla="*/ 4526 h 5288660"/>
              <a:gd name="connsiteX9" fmla="*/ 393603 w 3505313"/>
              <a:gd name="connsiteY9" fmla="*/ 145346 h 5288660"/>
              <a:gd name="connsiteX10" fmla="*/ 5110 w 3505313"/>
              <a:gd name="connsiteY10" fmla="*/ 531610 h 5288660"/>
              <a:gd name="connsiteX0" fmla="*/ 5110 w 3505313"/>
              <a:gd name="connsiteY0" fmla="*/ 531610 h 5000898"/>
              <a:gd name="connsiteX1" fmla="*/ 1969852 w 3505313"/>
              <a:gd name="connsiteY1" fmla="*/ 2502390 h 5000898"/>
              <a:gd name="connsiteX2" fmla="*/ 0 w 3505313"/>
              <a:gd name="connsiteY2" fmla="*/ 4481321 h 5000898"/>
              <a:gd name="connsiteX3" fmla="*/ 427023 w 3505313"/>
              <a:gd name="connsiteY3" fmla="*/ 4894881 h 5000898"/>
              <a:gd name="connsiteX4" fmla="*/ 767793 w 3505313"/>
              <a:gd name="connsiteY4" fmla="*/ 4997112 h 5000898"/>
              <a:gd name="connsiteX5" fmla="*/ 1131281 w 3505313"/>
              <a:gd name="connsiteY5" fmla="*/ 4872163 h 5000898"/>
              <a:gd name="connsiteX6" fmla="*/ 3505313 w 3505313"/>
              <a:gd name="connsiteY6" fmla="*/ 2498130 h 5000898"/>
              <a:gd name="connsiteX7" fmla="*/ 1113346 w 3505313"/>
              <a:gd name="connsiteY7" fmla="*/ 118187 h 5000898"/>
              <a:gd name="connsiteX8" fmla="*/ 749476 w 3505313"/>
              <a:gd name="connsiteY8" fmla="*/ 4526 h 5000898"/>
              <a:gd name="connsiteX9" fmla="*/ 393603 w 3505313"/>
              <a:gd name="connsiteY9" fmla="*/ 145346 h 5000898"/>
              <a:gd name="connsiteX10" fmla="*/ 5110 w 3505313"/>
              <a:gd name="connsiteY10" fmla="*/ 531610 h 5000898"/>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29652 h 5005303"/>
              <a:gd name="connsiteX1" fmla="*/ 1969852 w 3505313"/>
              <a:gd name="connsiteY1" fmla="*/ 2500432 h 5005303"/>
              <a:gd name="connsiteX2" fmla="*/ 0 w 3505313"/>
              <a:gd name="connsiteY2" fmla="*/ 4479363 h 5005303"/>
              <a:gd name="connsiteX3" fmla="*/ 427023 w 3505313"/>
              <a:gd name="connsiteY3" fmla="*/ 4892923 h 5005303"/>
              <a:gd name="connsiteX4" fmla="*/ 787503 w 3505313"/>
              <a:gd name="connsiteY4" fmla="*/ 5001517 h 5005303"/>
              <a:gd name="connsiteX5" fmla="*/ 1131281 w 3505313"/>
              <a:gd name="connsiteY5" fmla="*/ 4870205 h 5005303"/>
              <a:gd name="connsiteX6" fmla="*/ 3505313 w 3505313"/>
              <a:gd name="connsiteY6" fmla="*/ 2496172 h 5005303"/>
              <a:gd name="connsiteX7" fmla="*/ 1160106 w 3505313"/>
              <a:gd name="connsiteY7" fmla="*/ 158794 h 5005303"/>
              <a:gd name="connsiteX8" fmla="*/ 749476 w 3505313"/>
              <a:gd name="connsiteY8" fmla="*/ 2568 h 5005303"/>
              <a:gd name="connsiteX9" fmla="*/ 393603 w 3505313"/>
              <a:gd name="connsiteY9" fmla="*/ 143388 h 5005303"/>
              <a:gd name="connsiteX10" fmla="*/ 5110 w 3505313"/>
              <a:gd name="connsiteY10" fmla="*/ 529652 h 5005303"/>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416 h 5008067"/>
              <a:gd name="connsiteX1" fmla="*/ 1969852 w 3505313"/>
              <a:gd name="connsiteY1" fmla="*/ 2503196 h 5008067"/>
              <a:gd name="connsiteX2" fmla="*/ 0 w 3505313"/>
              <a:gd name="connsiteY2" fmla="*/ 4482127 h 5008067"/>
              <a:gd name="connsiteX3" fmla="*/ 427023 w 3505313"/>
              <a:gd name="connsiteY3" fmla="*/ 4895687 h 5008067"/>
              <a:gd name="connsiteX4" fmla="*/ 787503 w 3505313"/>
              <a:gd name="connsiteY4" fmla="*/ 5004281 h 5008067"/>
              <a:gd name="connsiteX5" fmla="*/ 1131281 w 3505313"/>
              <a:gd name="connsiteY5" fmla="*/ 4872969 h 5008067"/>
              <a:gd name="connsiteX6" fmla="*/ 3505313 w 3505313"/>
              <a:gd name="connsiteY6" fmla="*/ 2498936 h 5008067"/>
              <a:gd name="connsiteX7" fmla="*/ 1160106 w 3505313"/>
              <a:gd name="connsiteY7" fmla="*/ 161558 h 5008067"/>
              <a:gd name="connsiteX8" fmla="*/ 796836 w 3505313"/>
              <a:gd name="connsiteY8" fmla="*/ 2318 h 5008067"/>
              <a:gd name="connsiteX9" fmla="*/ 393603 w 3505313"/>
              <a:gd name="connsiteY9" fmla="*/ 146152 h 5008067"/>
              <a:gd name="connsiteX10" fmla="*/ 5110 w 3505313"/>
              <a:gd name="connsiteY10" fmla="*/ 532416 h 500806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Lst>
            <a:rect l="l" t="t" r="r" b="b"/>
            <a:pathLst>
              <a:path w="3505313" h="5008317">
                <a:moveTo>
                  <a:pt x="5110" y="532666"/>
                </a:moveTo>
                <a:lnTo>
                  <a:pt x="1969852" y="2503446"/>
                </a:lnTo>
                <a:lnTo>
                  <a:pt x="0" y="4482377"/>
                </a:lnTo>
                <a:lnTo>
                  <a:pt x="427023" y="4895937"/>
                </a:lnTo>
                <a:cubicBezTo>
                  <a:pt x="510281" y="4969426"/>
                  <a:pt x="670127" y="5008317"/>
                  <a:pt x="787503" y="5004531"/>
                </a:cubicBezTo>
                <a:cubicBezTo>
                  <a:pt x="904879" y="5000745"/>
                  <a:pt x="1004011" y="4978861"/>
                  <a:pt x="1131281" y="4873219"/>
                </a:cubicBezTo>
                <a:lnTo>
                  <a:pt x="3505313" y="2499186"/>
                </a:lnTo>
                <a:lnTo>
                  <a:pt x="1160106" y="161808"/>
                </a:lnTo>
                <a:cubicBezTo>
                  <a:pt x="1068649" y="89635"/>
                  <a:pt x="968345" y="5136"/>
                  <a:pt x="796836" y="2568"/>
                </a:cubicBezTo>
                <a:cubicBezTo>
                  <a:pt x="625327" y="0"/>
                  <a:pt x="475789" y="68559"/>
                  <a:pt x="393603" y="146402"/>
                </a:cubicBezTo>
                <a:lnTo>
                  <a:pt x="5110" y="532666"/>
                </a:lnTo>
                <a:close/>
              </a:path>
            </a:pathLst>
          </a:custGeom>
          <a:solidFill xmlns:a="http://schemas.openxmlformats.org/drawingml/2006/main">
            <a:schemeClr val="accent1">
              <a:lumMod val="20000"/>
              <a:lumOff val="80000"/>
            </a:schemeClr>
          </a:solidFill>
          <a:ln xmlns:a="http://schemas.openxmlformats.org/drawingml/2006/main" w="317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lvl1pPr algn="l">
              <a:spcBef>
                <a:spcPct val="0"/>
              </a:spcBef>
              <a:spcAft>
                <a:spcPct val="0"/>
              </a:spcAft>
              <a:buNone/>
              <a:defRPr kern="1200">
                <a:solidFill>
                  <a:schemeClr val="tx1"/>
                </a:solidFill>
                <a:latin typeface="Arial"/>
                <a:ea typeface="Arial"/>
                <a:cs typeface="Arial"/>
              </a:defRPr>
            </a:lvl1pPr>
            <a:lvl2pPr marL="544225" algn="l">
              <a:spcBef>
                <a:spcPct val="0"/>
              </a:spcBef>
              <a:spcAft>
                <a:spcPct val="0"/>
              </a:spcAft>
              <a:buNone/>
              <a:defRPr kern="1200">
                <a:solidFill>
                  <a:schemeClr val="tx1"/>
                </a:solidFill>
                <a:latin typeface="Arial"/>
                <a:ea typeface="Arial"/>
                <a:cs typeface="Arial"/>
              </a:defRPr>
            </a:lvl2pPr>
            <a:lvl3pPr marL="1088449" algn="l">
              <a:spcBef>
                <a:spcPct val="0"/>
              </a:spcBef>
              <a:spcAft>
                <a:spcPct val="0"/>
              </a:spcAft>
              <a:buNone/>
              <a:defRPr kern="1200">
                <a:solidFill>
                  <a:schemeClr val="tx1"/>
                </a:solidFill>
                <a:latin typeface="Arial"/>
                <a:ea typeface="Arial"/>
                <a:cs typeface="Arial"/>
              </a:defRPr>
            </a:lvl3pPr>
            <a:lvl4pPr marL="1632674" algn="l">
              <a:spcBef>
                <a:spcPct val="0"/>
              </a:spcBef>
              <a:spcAft>
                <a:spcPct val="0"/>
              </a:spcAft>
              <a:buNone/>
              <a:defRPr kern="1200">
                <a:solidFill>
                  <a:schemeClr val="tx1"/>
                </a:solidFill>
                <a:latin typeface="Arial"/>
                <a:ea typeface="Arial"/>
                <a:cs typeface="Arial"/>
              </a:defRPr>
            </a:lvl4pPr>
            <a:lvl5pPr marL="2176899" algn="l">
              <a:spcBef>
                <a:spcPct val="0"/>
              </a:spcBef>
              <a:spcAft>
                <a:spcPct val="0"/>
              </a:spcAft>
              <a:buNone/>
              <a:defRPr kern="1200">
                <a:solidFill>
                  <a:schemeClr val="tx1"/>
                </a:solidFill>
                <a:latin typeface="Arial"/>
                <a:ea typeface="Arial"/>
                <a:cs typeface="Arial"/>
              </a:defRPr>
            </a:lvl5pPr>
            <a:lvl6pPr marL="2721123" algn="l" defTabSz="1088449">
              <a:buNone/>
              <a:defRPr kern="1200">
                <a:solidFill>
                  <a:schemeClr val="tx1"/>
                </a:solidFill>
                <a:latin typeface="Arial"/>
                <a:ea typeface="Arial"/>
                <a:cs typeface="Arial"/>
              </a:defRPr>
            </a:lvl6pPr>
            <a:lvl7pPr marL="3265348" algn="l" defTabSz="1088449">
              <a:buNone/>
              <a:defRPr kern="1200">
                <a:solidFill>
                  <a:schemeClr val="tx1"/>
                </a:solidFill>
                <a:latin typeface="Arial"/>
                <a:ea typeface="Arial"/>
                <a:cs typeface="Arial"/>
              </a:defRPr>
            </a:lvl7pPr>
            <a:lvl8pPr marL="3809573" algn="l" defTabSz="1088449">
              <a:buNone/>
              <a:defRPr kern="1200">
                <a:solidFill>
                  <a:schemeClr val="tx1"/>
                </a:solidFill>
                <a:latin typeface="Arial"/>
                <a:ea typeface="Arial"/>
                <a:cs typeface="Arial"/>
              </a:defRPr>
            </a:lvl8pPr>
            <a:lvl9pPr marL="4353797" algn="l" defTabSz="1088449">
              <a:buNone/>
              <a:defRPr kern="1200">
                <a:solidFill>
                  <a:schemeClr val="tx1"/>
                </a:solidFill>
                <a:latin typeface="Arial"/>
                <a:ea typeface="Arial"/>
                <a:cs typeface="Arial"/>
              </a:defRPr>
            </a:lvl9pPr>
          </a:lstStyle>
          <a:p xmlns:a="http://schemas.openxmlformats.org/drawingml/2006/main">
            <a:pPr algn="ctr">
              <a:spcBef>
                <a:spcPct val="0"/>
              </a:spcBef>
              <a:spcAft>
                <a:spcPct val="0"/>
              </a:spcAft>
              <a:buNone/>
            </a:pPr>
            <a:endParaRPr kern="1200">
              <a:solidFill>
                <a:schemeClr val="lt1"/>
              </a:solidFill>
              <a:latin typeface="+mn-lt"/>
              <a:ea typeface="+mn-lt"/>
              <a:cs typeface="+mn-lt"/>
            </a:endParaRPr>
          </a:p>
        </p:txBody>
      </p:sp>
      <p:sp>
        <p:nvSpPr>
          <p:cNvPr id="12" name="Freeform 9">
            <a:extLst xmlns:a="http://schemas.openxmlformats.org/drawingml/2006/main">
              <a:ext uri="{FF2B5EF4-FFF2-40B4-BE49-F238E27FC236}">
                <a16:creationId xmlns:a16="http://schemas.microsoft.com/office/drawing/2014/main" id="{04ABBD6E-8A95-D35B-8DF4-EE9B765791B6}"/>
              </a:ext>
            </a:extLst>
          </p:cNvPr>
          <p:cNvSpPr>
            <a:spLocks xmlns:a="http://schemas.openxmlformats.org/drawingml/2006/main" noGrp="1"/>
          </p:cNvSpPr>
          <p:nvPr/>
        </p:nvSpPr>
        <p:spPr>
          <a:xfrm xmlns:a="http://schemas.openxmlformats.org/drawingml/2006/main" rot="10800000" flipH="1">
            <a:off x="1207051" y="3145857"/>
            <a:ext cx="1092420" cy="1560823"/>
          </a:xfrm>
          <a:custGeom xmlns:a="http://schemas.openxmlformats.org/drawingml/2006/main">
            <a:gdLst>
              <a:gd name="connsiteX0" fmla="*/ 0 w 3498574"/>
              <a:gd name="connsiteY0" fmla="*/ 533873 h 5009322"/>
              <a:gd name="connsiteX1" fmla="*/ 1965108 w 3498574"/>
              <a:gd name="connsiteY1" fmla="*/ 2498981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53550 w 3498574"/>
              <a:gd name="connsiteY1" fmla="*/ 2482688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41992 w 3498574"/>
              <a:gd name="connsiteY1" fmla="*/ 2497200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465050 w 3509263"/>
              <a:gd name="connsiteY9" fmla="*/ 102231 h 5009322"/>
              <a:gd name="connsiteX10" fmla="*/ 0 w 3509263"/>
              <a:gd name="connsiteY10" fmla="*/ 538314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397553 w 3509263"/>
              <a:gd name="connsiteY9" fmla="*/ 157556 h 5009322"/>
              <a:gd name="connsiteX10" fmla="*/ 0 w 3509263"/>
              <a:gd name="connsiteY10" fmla="*/ 538314 h 5009322"/>
              <a:gd name="connsiteX0" fmla="*/ 0 w 3509263"/>
              <a:gd name="connsiteY0" fmla="*/ 865832 h 5336840"/>
              <a:gd name="connsiteX1" fmla="*/ 1952681 w 3509263"/>
              <a:gd name="connsiteY1" fmla="*/ 2824718 h 5336840"/>
              <a:gd name="connsiteX2" fmla="*/ 10689 w 3509263"/>
              <a:gd name="connsiteY2" fmla="*/ 4791607 h 5336840"/>
              <a:gd name="connsiteX3" fmla="*/ 430973 w 3509263"/>
              <a:gd name="connsiteY3" fmla="*/ 5234609 h 5336840"/>
              <a:gd name="connsiteX4" fmla="*/ 771743 w 3509263"/>
              <a:gd name="connsiteY4" fmla="*/ 5336840 h 5336840"/>
              <a:gd name="connsiteX5" fmla="*/ 1135231 w 3509263"/>
              <a:gd name="connsiteY5" fmla="*/ 5211891 h 5336840"/>
              <a:gd name="connsiteX6" fmla="*/ 3509263 w 3509263"/>
              <a:gd name="connsiteY6" fmla="*/ 2837858 h 5336840"/>
              <a:gd name="connsiteX7" fmla="*/ 1078436 w 3509263"/>
              <a:gd name="connsiteY7" fmla="*/ 418390 h 5336840"/>
              <a:gd name="connsiteX8" fmla="*/ 737666 w 3509263"/>
              <a:gd name="connsiteY8" fmla="*/ 327518 h 5336840"/>
              <a:gd name="connsiteX9" fmla="*/ 397553 w 3509263"/>
              <a:gd name="connsiteY9" fmla="*/ 485074 h 5336840"/>
              <a:gd name="connsiteX10" fmla="*/ 0 w 3509263"/>
              <a:gd name="connsiteY10" fmla="*/ 865832 h 5336840"/>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2840 h 5013848"/>
              <a:gd name="connsiteX1" fmla="*/ 1952681 w 3509263"/>
              <a:gd name="connsiteY1" fmla="*/ 2501726 h 5013848"/>
              <a:gd name="connsiteX2" fmla="*/ 10689 w 3509263"/>
              <a:gd name="connsiteY2" fmla="*/ 4468615 h 5013848"/>
              <a:gd name="connsiteX3" fmla="*/ 430973 w 3509263"/>
              <a:gd name="connsiteY3" fmla="*/ 4911617 h 5013848"/>
              <a:gd name="connsiteX4" fmla="*/ 771743 w 3509263"/>
              <a:gd name="connsiteY4" fmla="*/ 5013848 h 5013848"/>
              <a:gd name="connsiteX5" fmla="*/ 1135231 w 3509263"/>
              <a:gd name="connsiteY5" fmla="*/ 4888899 h 5013848"/>
              <a:gd name="connsiteX6" fmla="*/ 3509263 w 3509263"/>
              <a:gd name="connsiteY6" fmla="*/ 2514866 h 5013848"/>
              <a:gd name="connsiteX7" fmla="*/ 1117296 w 3509263"/>
              <a:gd name="connsiteY7" fmla="*/ 134923 h 5013848"/>
              <a:gd name="connsiteX8" fmla="*/ 737666 w 3509263"/>
              <a:gd name="connsiteY8" fmla="*/ 4526 h 5013848"/>
              <a:gd name="connsiteX9" fmla="*/ 397553 w 3509263"/>
              <a:gd name="connsiteY9" fmla="*/ 162082 h 5013848"/>
              <a:gd name="connsiteX10" fmla="*/ 0 w 3509263"/>
              <a:gd name="connsiteY10" fmla="*/ 542840 h 5013848"/>
              <a:gd name="connsiteX0" fmla="*/ 0 w 3509263"/>
              <a:gd name="connsiteY0" fmla="*/ 526104 h 4997112"/>
              <a:gd name="connsiteX1" fmla="*/ 1952681 w 3509263"/>
              <a:gd name="connsiteY1" fmla="*/ 2484990 h 4997112"/>
              <a:gd name="connsiteX2" fmla="*/ 10689 w 3509263"/>
              <a:gd name="connsiteY2" fmla="*/ 4451879 h 4997112"/>
              <a:gd name="connsiteX3" fmla="*/ 430973 w 3509263"/>
              <a:gd name="connsiteY3" fmla="*/ 4894881 h 4997112"/>
              <a:gd name="connsiteX4" fmla="*/ 771743 w 3509263"/>
              <a:gd name="connsiteY4" fmla="*/ 4997112 h 4997112"/>
              <a:gd name="connsiteX5" fmla="*/ 1135231 w 3509263"/>
              <a:gd name="connsiteY5" fmla="*/ 4872163 h 4997112"/>
              <a:gd name="connsiteX6" fmla="*/ 3509263 w 3509263"/>
              <a:gd name="connsiteY6" fmla="*/ 2498130 h 4997112"/>
              <a:gd name="connsiteX7" fmla="*/ 1117296 w 3509263"/>
              <a:gd name="connsiteY7" fmla="*/ 118187 h 4997112"/>
              <a:gd name="connsiteX8" fmla="*/ 753426 w 3509263"/>
              <a:gd name="connsiteY8" fmla="*/ 4526 h 4997112"/>
              <a:gd name="connsiteX9" fmla="*/ 397553 w 3509263"/>
              <a:gd name="connsiteY9" fmla="*/ 145346 h 4997112"/>
              <a:gd name="connsiteX10" fmla="*/ 0 w 3509263"/>
              <a:gd name="connsiteY10" fmla="*/ 526104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64742 w 3500203"/>
              <a:gd name="connsiteY1" fmla="*/ 25023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5110 w 3505313"/>
              <a:gd name="connsiteY0" fmla="*/ 531610 h 4997112"/>
              <a:gd name="connsiteX1" fmla="*/ 1969852 w 3505313"/>
              <a:gd name="connsiteY1" fmla="*/ 2502390 h 4997112"/>
              <a:gd name="connsiteX2" fmla="*/ 0 w 3505313"/>
              <a:gd name="connsiteY2" fmla="*/ 4481321 h 4997112"/>
              <a:gd name="connsiteX3" fmla="*/ 427023 w 3505313"/>
              <a:gd name="connsiteY3" fmla="*/ 4894881 h 4997112"/>
              <a:gd name="connsiteX4" fmla="*/ 767793 w 3505313"/>
              <a:gd name="connsiteY4" fmla="*/ 4997112 h 4997112"/>
              <a:gd name="connsiteX5" fmla="*/ 1131281 w 3505313"/>
              <a:gd name="connsiteY5" fmla="*/ 4872163 h 4997112"/>
              <a:gd name="connsiteX6" fmla="*/ 3505313 w 3505313"/>
              <a:gd name="connsiteY6" fmla="*/ 2498130 h 4997112"/>
              <a:gd name="connsiteX7" fmla="*/ 1113346 w 3505313"/>
              <a:gd name="connsiteY7" fmla="*/ 118187 h 4997112"/>
              <a:gd name="connsiteX8" fmla="*/ 749476 w 3505313"/>
              <a:gd name="connsiteY8" fmla="*/ 4526 h 4997112"/>
              <a:gd name="connsiteX9" fmla="*/ 393603 w 3505313"/>
              <a:gd name="connsiteY9" fmla="*/ 145346 h 4997112"/>
              <a:gd name="connsiteX10" fmla="*/ 5110 w 3505313"/>
              <a:gd name="connsiteY10" fmla="*/ 531610 h 4997112"/>
              <a:gd name="connsiteX0" fmla="*/ 5110 w 3505313"/>
              <a:gd name="connsiteY0" fmla="*/ 531610 h 5288660"/>
              <a:gd name="connsiteX1" fmla="*/ 1969852 w 3505313"/>
              <a:gd name="connsiteY1" fmla="*/ 2502390 h 5288660"/>
              <a:gd name="connsiteX2" fmla="*/ 0 w 3505313"/>
              <a:gd name="connsiteY2" fmla="*/ 4481321 h 5288660"/>
              <a:gd name="connsiteX3" fmla="*/ 427023 w 3505313"/>
              <a:gd name="connsiteY3" fmla="*/ 4894881 h 5288660"/>
              <a:gd name="connsiteX4" fmla="*/ 767793 w 3505313"/>
              <a:gd name="connsiteY4" fmla="*/ 4997112 h 5288660"/>
              <a:gd name="connsiteX5" fmla="*/ 1131281 w 3505313"/>
              <a:gd name="connsiteY5" fmla="*/ 4872163 h 5288660"/>
              <a:gd name="connsiteX6" fmla="*/ 3505313 w 3505313"/>
              <a:gd name="connsiteY6" fmla="*/ 2498130 h 5288660"/>
              <a:gd name="connsiteX7" fmla="*/ 1113346 w 3505313"/>
              <a:gd name="connsiteY7" fmla="*/ 118187 h 5288660"/>
              <a:gd name="connsiteX8" fmla="*/ 749476 w 3505313"/>
              <a:gd name="connsiteY8" fmla="*/ 4526 h 5288660"/>
              <a:gd name="connsiteX9" fmla="*/ 393603 w 3505313"/>
              <a:gd name="connsiteY9" fmla="*/ 145346 h 5288660"/>
              <a:gd name="connsiteX10" fmla="*/ 5110 w 3505313"/>
              <a:gd name="connsiteY10" fmla="*/ 531610 h 5288660"/>
              <a:gd name="connsiteX0" fmla="*/ 5110 w 3505313"/>
              <a:gd name="connsiteY0" fmla="*/ 531610 h 5000898"/>
              <a:gd name="connsiteX1" fmla="*/ 1969852 w 3505313"/>
              <a:gd name="connsiteY1" fmla="*/ 2502390 h 5000898"/>
              <a:gd name="connsiteX2" fmla="*/ 0 w 3505313"/>
              <a:gd name="connsiteY2" fmla="*/ 4481321 h 5000898"/>
              <a:gd name="connsiteX3" fmla="*/ 427023 w 3505313"/>
              <a:gd name="connsiteY3" fmla="*/ 4894881 h 5000898"/>
              <a:gd name="connsiteX4" fmla="*/ 767793 w 3505313"/>
              <a:gd name="connsiteY4" fmla="*/ 4997112 h 5000898"/>
              <a:gd name="connsiteX5" fmla="*/ 1131281 w 3505313"/>
              <a:gd name="connsiteY5" fmla="*/ 4872163 h 5000898"/>
              <a:gd name="connsiteX6" fmla="*/ 3505313 w 3505313"/>
              <a:gd name="connsiteY6" fmla="*/ 2498130 h 5000898"/>
              <a:gd name="connsiteX7" fmla="*/ 1113346 w 3505313"/>
              <a:gd name="connsiteY7" fmla="*/ 118187 h 5000898"/>
              <a:gd name="connsiteX8" fmla="*/ 749476 w 3505313"/>
              <a:gd name="connsiteY8" fmla="*/ 4526 h 5000898"/>
              <a:gd name="connsiteX9" fmla="*/ 393603 w 3505313"/>
              <a:gd name="connsiteY9" fmla="*/ 145346 h 5000898"/>
              <a:gd name="connsiteX10" fmla="*/ 5110 w 3505313"/>
              <a:gd name="connsiteY10" fmla="*/ 531610 h 5000898"/>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29652 h 5005303"/>
              <a:gd name="connsiteX1" fmla="*/ 1969852 w 3505313"/>
              <a:gd name="connsiteY1" fmla="*/ 2500432 h 5005303"/>
              <a:gd name="connsiteX2" fmla="*/ 0 w 3505313"/>
              <a:gd name="connsiteY2" fmla="*/ 4479363 h 5005303"/>
              <a:gd name="connsiteX3" fmla="*/ 427023 w 3505313"/>
              <a:gd name="connsiteY3" fmla="*/ 4892923 h 5005303"/>
              <a:gd name="connsiteX4" fmla="*/ 787503 w 3505313"/>
              <a:gd name="connsiteY4" fmla="*/ 5001517 h 5005303"/>
              <a:gd name="connsiteX5" fmla="*/ 1131281 w 3505313"/>
              <a:gd name="connsiteY5" fmla="*/ 4870205 h 5005303"/>
              <a:gd name="connsiteX6" fmla="*/ 3505313 w 3505313"/>
              <a:gd name="connsiteY6" fmla="*/ 2496172 h 5005303"/>
              <a:gd name="connsiteX7" fmla="*/ 1160106 w 3505313"/>
              <a:gd name="connsiteY7" fmla="*/ 158794 h 5005303"/>
              <a:gd name="connsiteX8" fmla="*/ 749476 w 3505313"/>
              <a:gd name="connsiteY8" fmla="*/ 2568 h 5005303"/>
              <a:gd name="connsiteX9" fmla="*/ 393603 w 3505313"/>
              <a:gd name="connsiteY9" fmla="*/ 143388 h 5005303"/>
              <a:gd name="connsiteX10" fmla="*/ 5110 w 3505313"/>
              <a:gd name="connsiteY10" fmla="*/ 529652 h 5005303"/>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416 h 5008067"/>
              <a:gd name="connsiteX1" fmla="*/ 1969852 w 3505313"/>
              <a:gd name="connsiteY1" fmla="*/ 2503196 h 5008067"/>
              <a:gd name="connsiteX2" fmla="*/ 0 w 3505313"/>
              <a:gd name="connsiteY2" fmla="*/ 4482127 h 5008067"/>
              <a:gd name="connsiteX3" fmla="*/ 427023 w 3505313"/>
              <a:gd name="connsiteY3" fmla="*/ 4895687 h 5008067"/>
              <a:gd name="connsiteX4" fmla="*/ 787503 w 3505313"/>
              <a:gd name="connsiteY4" fmla="*/ 5004281 h 5008067"/>
              <a:gd name="connsiteX5" fmla="*/ 1131281 w 3505313"/>
              <a:gd name="connsiteY5" fmla="*/ 4872969 h 5008067"/>
              <a:gd name="connsiteX6" fmla="*/ 3505313 w 3505313"/>
              <a:gd name="connsiteY6" fmla="*/ 2498936 h 5008067"/>
              <a:gd name="connsiteX7" fmla="*/ 1160106 w 3505313"/>
              <a:gd name="connsiteY7" fmla="*/ 161558 h 5008067"/>
              <a:gd name="connsiteX8" fmla="*/ 796836 w 3505313"/>
              <a:gd name="connsiteY8" fmla="*/ 2318 h 5008067"/>
              <a:gd name="connsiteX9" fmla="*/ 393603 w 3505313"/>
              <a:gd name="connsiteY9" fmla="*/ 146152 h 5008067"/>
              <a:gd name="connsiteX10" fmla="*/ 5110 w 3505313"/>
              <a:gd name="connsiteY10" fmla="*/ 532416 h 500806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Lst>
            <a:rect l="l" t="t" r="r" b="b"/>
            <a:pathLst>
              <a:path w="3505313" h="5008317">
                <a:moveTo>
                  <a:pt x="5110" y="532666"/>
                </a:moveTo>
                <a:lnTo>
                  <a:pt x="1969852" y="2503446"/>
                </a:lnTo>
                <a:lnTo>
                  <a:pt x="0" y="4482377"/>
                </a:lnTo>
                <a:lnTo>
                  <a:pt x="427023" y="4895937"/>
                </a:lnTo>
                <a:cubicBezTo>
                  <a:pt x="510281" y="4969426"/>
                  <a:pt x="670127" y="5008317"/>
                  <a:pt x="787503" y="5004531"/>
                </a:cubicBezTo>
                <a:cubicBezTo>
                  <a:pt x="904879" y="5000745"/>
                  <a:pt x="1004011" y="4978861"/>
                  <a:pt x="1131281" y="4873219"/>
                </a:cubicBezTo>
                <a:lnTo>
                  <a:pt x="3505313" y="2499186"/>
                </a:lnTo>
                <a:lnTo>
                  <a:pt x="1160106" y="161808"/>
                </a:lnTo>
                <a:cubicBezTo>
                  <a:pt x="1068649" y="89635"/>
                  <a:pt x="968345" y="5136"/>
                  <a:pt x="796836" y="2568"/>
                </a:cubicBezTo>
                <a:cubicBezTo>
                  <a:pt x="625327" y="0"/>
                  <a:pt x="475789" y="68559"/>
                  <a:pt x="393603" y="146402"/>
                </a:cubicBezTo>
                <a:lnTo>
                  <a:pt x="5110" y="532666"/>
                </a:lnTo>
                <a:close/>
              </a:path>
            </a:pathLst>
          </a:custGeom>
          <a:solidFill xmlns:a="http://schemas.openxmlformats.org/drawingml/2006/main">
            <a:schemeClr val="accent1">
              <a:lumMod val="50000"/>
            </a:schemeClr>
          </a:solidFill>
          <a:ln xmlns:a="http://schemas.openxmlformats.org/drawingml/2006/main" w="317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lvl1pPr algn="l">
              <a:spcBef>
                <a:spcPct val="0"/>
              </a:spcBef>
              <a:spcAft>
                <a:spcPct val="0"/>
              </a:spcAft>
              <a:buNone/>
              <a:defRPr kern="1200">
                <a:solidFill>
                  <a:schemeClr val="tx1"/>
                </a:solidFill>
                <a:latin typeface="Arial"/>
                <a:ea typeface="Arial"/>
                <a:cs typeface="Arial"/>
              </a:defRPr>
            </a:lvl1pPr>
            <a:lvl2pPr marL="544225" algn="l">
              <a:spcBef>
                <a:spcPct val="0"/>
              </a:spcBef>
              <a:spcAft>
                <a:spcPct val="0"/>
              </a:spcAft>
              <a:buNone/>
              <a:defRPr kern="1200">
                <a:solidFill>
                  <a:schemeClr val="tx1"/>
                </a:solidFill>
                <a:latin typeface="Arial"/>
                <a:ea typeface="Arial"/>
                <a:cs typeface="Arial"/>
              </a:defRPr>
            </a:lvl2pPr>
            <a:lvl3pPr marL="1088449" algn="l">
              <a:spcBef>
                <a:spcPct val="0"/>
              </a:spcBef>
              <a:spcAft>
                <a:spcPct val="0"/>
              </a:spcAft>
              <a:buNone/>
              <a:defRPr kern="1200">
                <a:solidFill>
                  <a:schemeClr val="tx1"/>
                </a:solidFill>
                <a:latin typeface="Arial"/>
                <a:ea typeface="Arial"/>
                <a:cs typeface="Arial"/>
              </a:defRPr>
            </a:lvl3pPr>
            <a:lvl4pPr marL="1632674" algn="l">
              <a:spcBef>
                <a:spcPct val="0"/>
              </a:spcBef>
              <a:spcAft>
                <a:spcPct val="0"/>
              </a:spcAft>
              <a:buNone/>
              <a:defRPr kern="1200">
                <a:solidFill>
                  <a:schemeClr val="tx1"/>
                </a:solidFill>
                <a:latin typeface="Arial"/>
                <a:ea typeface="Arial"/>
                <a:cs typeface="Arial"/>
              </a:defRPr>
            </a:lvl4pPr>
            <a:lvl5pPr marL="2176899" algn="l">
              <a:spcBef>
                <a:spcPct val="0"/>
              </a:spcBef>
              <a:spcAft>
                <a:spcPct val="0"/>
              </a:spcAft>
              <a:buNone/>
              <a:defRPr kern="1200">
                <a:solidFill>
                  <a:schemeClr val="tx1"/>
                </a:solidFill>
                <a:latin typeface="Arial"/>
                <a:ea typeface="Arial"/>
                <a:cs typeface="Arial"/>
              </a:defRPr>
            </a:lvl5pPr>
            <a:lvl6pPr marL="2721123" algn="l" defTabSz="1088449">
              <a:buNone/>
              <a:defRPr kern="1200">
                <a:solidFill>
                  <a:schemeClr val="tx1"/>
                </a:solidFill>
                <a:latin typeface="Arial"/>
                <a:ea typeface="Arial"/>
                <a:cs typeface="Arial"/>
              </a:defRPr>
            </a:lvl6pPr>
            <a:lvl7pPr marL="3265348" algn="l" defTabSz="1088449">
              <a:buNone/>
              <a:defRPr kern="1200">
                <a:solidFill>
                  <a:schemeClr val="tx1"/>
                </a:solidFill>
                <a:latin typeface="Arial"/>
                <a:ea typeface="Arial"/>
                <a:cs typeface="Arial"/>
              </a:defRPr>
            </a:lvl7pPr>
            <a:lvl8pPr marL="3809573" algn="l" defTabSz="1088449">
              <a:buNone/>
              <a:defRPr kern="1200">
                <a:solidFill>
                  <a:schemeClr val="tx1"/>
                </a:solidFill>
                <a:latin typeface="Arial"/>
                <a:ea typeface="Arial"/>
                <a:cs typeface="Arial"/>
              </a:defRPr>
            </a:lvl8pPr>
            <a:lvl9pPr marL="4353797" algn="l" defTabSz="1088449">
              <a:buNone/>
              <a:defRPr kern="1200">
                <a:solidFill>
                  <a:schemeClr val="tx1"/>
                </a:solidFill>
                <a:latin typeface="Arial"/>
                <a:ea typeface="Arial"/>
                <a:cs typeface="Arial"/>
              </a:defRPr>
            </a:lvl9pPr>
          </a:lstStyle>
          <a:p xmlns:a="http://schemas.openxmlformats.org/drawingml/2006/main">
            <a:pPr algn="ctr">
              <a:spcBef>
                <a:spcPct val="0"/>
              </a:spcBef>
              <a:spcAft>
                <a:spcPct val="0"/>
              </a:spcAft>
              <a:buNone/>
            </a:pPr>
            <a:endParaRPr kern="1200">
              <a:solidFill>
                <a:schemeClr val="lt1"/>
              </a:solidFill>
              <a:latin typeface="+mj-lt"/>
              <a:ea typeface="+mj-lt"/>
              <a:cs typeface="+mj-lt"/>
            </a:endParaRPr>
          </a:p>
        </p:txBody>
      </p:sp>
      <p:pic>
        <p:nvPicPr>
          <p:cNvPr id="13" name="Picture 12">
            <a:extLst xmlns:a="http://schemas.openxmlformats.org/drawingml/2006/main">
              <a:ext uri="{FF2B5EF4-FFF2-40B4-BE49-F238E27FC236}">
                <a16:creationId xmlns:a16="http://schemas.microsoft.com/office/drawing/2014/main" id="{BE8DB980-20D1-46AC-82E0-FDEAAE51EC64}"/>
              </a:ext>
            </a:extLst>
          </p:cNvPr>
          <p:cNvPicPr>
            <a:picLocks xmlns:a="http://schemas.openxmlformats.org/drawingml/2006/main" noChangeAspect="1"/>
          </p:cNvPicPr>
          <p:nvPr/>
        </p:nvPicPr>
        <p:blipFill>
          <a:blip xmlns:r="http://schemas.openxmlformats.org/officeDocument/2006/relationships" xmlns:a="http://schemas.openxmlformats.org/drawingml/2006/main" r:embed="R4b60aea39d5c486e"/>
          <a:stretch xmlns:a="http://schemas.openxmlformats.org/drawingml/2006/main">
            <a:fillRect l="0" t="0" r="0" b="0"/>
          </a:stretch>
        </p:blipFill>
        <p:spPr>
          <a:xfrm xmlns:a="http://schemas.openxmlformats.org/drawingml/2006/main">
            <a:off x="8620125" y="3721143"/>
            <a:ext cx="3147417" cy="2876739"/>
          </a:xfrm>
          <a:prstGeom xmlns:a="http://schemas.openxmlformats.org/drawingml/2006/main" prst="rect">
            <a:avLst/>
          </a:prstGeom>
        </p:spPr>
      </p:pic>
      <p:sp>
        <p:nvSpPr>
          <p:cNvPr id="14" name="Title 12">
            <a:extLst xmlns:a="http://schemas.openxmlformats.org/drawingml/2006/main">
              <a:ext uri="{FF2B5EF4-FFF2-40B4-BE49-F238E27FC236}">
                <a16:creationId xmlns:a16="http://schemas.microsoft.com/office/drawing/2014/main" id="{D253386B-9AE4-2832-17C6-8AB6F2163E86}"/>
              </a:ext>
            </a:extLst>
          </p:cNvPr>
          <p:cNvSpPr>
            <a:spLocks xmlns:a="http://schemas.openxmlformats.org/drawingml/2006/main" noGrp="1"/>
          </p:cNvSpPr>
          <p:nvPr>
            <p:ph type="title" idx="0"/>
          </p:nvPr>
        </p:nvSpPr>
        <p:spPr>
          <a:xfrm xmlns:a="http://schemas.openxmlformats.org/drawingml/2006/main">
            <a:off x="2836646" y="3655612"/>
            <a:ext cx="6521882" cy="498598"/>
          </a:xfrm>
        </p:spPr>
        <p:txBody>
          <a:bodyPr xmlns:a="http://schemas.openxmlformats.org/drawingml/2006/main" wrap="square" anchor="b">
            <a:spAutoFit/>
          </a:bodyPr>
          <a:lstStyle xmlns:a="http://schemas.openxmlformats.org/drawingml/2006/main">
            <a:lvl1pPr algn="l">
              <a:lnSpc>
                <a:spcPct val="90000"/>
              </a:lnSpc>
              <a:buNone/>
              <a:defRPr sz="3600" b="1" spc="-30" baseline="0">
                <a:solidFill>
                  <a:schemeClr val="tx1"/>
                </a:solidFill>
                <a:latin typeface="+mj-lt"/>
                <a:ea typeface="+mj-lt"/>
                <a:cs typeface="+mj-lt"/>
              </a:defRPr>
            </a:lvl1pPr>
          </a:lstStyle>
          <a:p xmlns:a="http://schemas.openxmlformats.org/drawingml/2006/main">
            <a:r>
              <a:t>Click to edit Master title style</a:t>
            </a:r>
            <a:endParaRPr/>
          </a:p>
        </p:txBody>
      </p:sp>
    </p:spTree>
  </p:cSld>
</p:sldLayout>
</file>

<file path=ppt/slideLayouts/slideLayout3.xml><?xml version="1.0" encoding="utf-8"?>
<p:sldLayout xmlns:p="http://schemas.openxmlformats.org/presentationml/2006/main" showMasterSp="0" preserve="1" userDrawn="1">
  <p:cSld name="5_Person Introduction">
    <p:bg>
      <p:bgPr>
        <a:solidFill xmlns:a="http://schemas.openxmlformats.org/drawingml/2006/main">
          <a:schemeClr val="accent6"/>
        </a:solidFill>
      </p:bgPr>
    </p:bg>
    <p:spTree>
      <p:nvGrpSpPr>
        <p:cNvPr id="1" name=""/>
        <p:cNvGrpSpPr/>
        <p:nvPr/>
      </p:nvGrpSpPr>
      <p:grpSpPr>
        <a:xfrm xmlns:a="http://schemas.openxmlformats.org/drawingml/2006/main"/>
      </p:grpSpPr>
      <p:sp>
        <p:nvSpPr>
          <p:cNvPr id="8" name="Freeform 7">
            <a:extLst xmlns:a="http://schemas.openxmlformats.org/drawingml/2006/main">
              <a:ext uri="{FF2B5EF4-FFF2-40B4-BE49-F238E27FC236}">
                <a16:creationId xmlns:a16="http://schemas.microsoft.com/office/drawing/2014/main" id="{48EF1268-B134-7DE5-FB7A-28B52968A208}"/>
              </a:ext>
            </a:extLst>
          </p:cNvPr>
          <p:cNvSpPr>
            <a:spLocks xmlns:a="http://schemas.openxmlformats.org/drawingml/2006/main" noGrp="1"/>
          </p:cNvSpPr>
          <p:nvPr/>
        </p:nvSpPr>
        <p:spPr>
          <a:xfrm xmlns:a="http://schemas.openxmlformats.org/drawingml/2006/main" flipH="1">
            <a:off x="4909745" y="0"/>
            <a:ext cx="7300547" cy="4787900"/>
          </a:xfrm>
          <a:custGeom xmlns:a="http://schemas.openxmlformats.org/drawingml/2006/main">
            <a:rect l="l" t="t" r="r" b="b"/>
            <a:pathLst>
              <a:path w="9425227" h="9653398">
                <a:moveTo>
                  <a:pt x="0" y="0"/>
                </a:moveTo>
                <a:lnTo>
                  <a:pt x="9425227" y="0"/>
                </a:lnTo>
                <a:lnTo>
                  <a:pt x="9425227" y="9653399"/>
                </a:lnTo>
                <a:lnTo>
                  <a:pt x="0" y="9653399"/>
                </a:lnTo>
                <a:lnTo>
                  <a:pt x="0" y="0"/>
                </a:lnTo>
                <a:close/>
              </a:path>
            </a:pathLst>
          </a:custGeom>
          <a:blipFill xmlns:a="http://schemas.openxmlformats.org/drawingml/2006/main">
            <a:blip xmlns:r="http://schemas.openxmlformats.org/officeDocument/2006/relationships" r:embed="R75dd89890b71492d">
              <a:alphaModFix amt="60000"/>
              <a:extLst>
                <a:ext uri="{96DAC541-7B7A-43D3-8B79-37D633B846F1}">
                  <asvg:svgBlip xmlns:asvg="http://schemas.microsoft.com/office/drawing/2016/SVG/main" r:embed="R47848a8fe36c4275"/>
                </a:ext>
              </a:extLst>
            </a:blip>
            <a:stretch>
              <a:fillRect l="-40231" t="-43892" r="16951" b="10832"/>
            </a:stretch>
          </a:blipFill>
        </p:spPr>
        <p:txBody>
          <a:bodyPr xmlns:a="http://schemas.openxmlformats.org/drawingml/2006/main"/>
          <a:lstStyle xmlns:a="http://schemas.openxmlformats.org/drawingml/2006/main"/>
          <a:p xmlns:a="http://schemas.openxmlformats.org/drawingml/2006/main">
            <a:pPr marL="0" marR="0" lvl="0" indent="0" algn="l" defTabSz="914400">
              <a:lnSpc>
                <a:spcPct val="100000"/>
              </a:lnSpc>
              <a:spcBef>
                <a:spcPct val="0"/>
              </a:spcBef>
              <a:spcAft>
                <a:spcPct val="0"/>
              </a:spcAft>
              <a:buClrTx/>
              <a:buSzTx/>
              <a:buFontTx/>
              <a:buNone/>
            </a:pPr>
            <a:endParaRPr sz="1800" b="0" i="0" u="none" strike="noStrike" kern="1200" cap="none" spc="0" baseline="0">
              <a:ln>
                <a:noFill/>
              </a:ln>
              <a:solidFill>
                <a:srgbClr val="000000"/>
              </a:solidFill>
              <a:highlight>
                <a:srgbClr val="FFFF00"/>
              </a:highlight>
              <a:latin typeface="Arial"/>
              <a:ea typeface="Arial"/>
              <a:cs typeface="Arial"/>
            </a:endParaRPr>
          </a:p>
        </p:txBody>
      </p:sp>
      <p:pic>
        <p:nvPicPr>
          <p:cNvPr id="5" name="Picture 4">
            <a:extLst xmlns:a="http://schemas.openxmlformats.org/drawingml/2006/main">
              <a:ext uri="{FF2B5EF4-FFF2-40B4-BE49-F238E27FC236}">
                <a16:creationId xmlns:a16="http://schemas.microsoft.com/office/drawing/2014/main" id="{7831FC0E-08F9-46FD-BD56-51ED83642CFD}"/>
              </a:ext>
            </a:extLst>
          </p:cNvPr>
          <p:cNvPicPr>
            <a:picLocks xmlns:a="http://schemas.openxmlformats.org/drawingml/2006/main" noChangeAspect="1"/>
          </p:cNvPicPr>
          <p:nvPr/>
        </p:nvPicPr>
        <p:blipFill>
          <a:blip xmlns:r="http://schemas.openxmlformats.org/officeDocument/2006/relationships" xmlns:a="http://schemas.openxmlformats.org/drawingml/2006/main" r:embed="R6881fd0fedd54ede"/>
          <a:stretch xmlns:a="http://schemas.openxmlformats.org/drawingml/2006/main">
            <a:fillRect l="0" t="0" r="0" b="0"/>
          </a:stretch>
        </p:blipFill>
        <p:spPr>
          <a:xfrm xmlns:a="http://schemas.openxmlformats.org/drawingml/2006/main">
            <a:off x="214180" y="186448"/>
            <a:ext cx="2034932" cy="561777"/>
          </a:xfrm>
          <a:prstGeom xmlns:a="http://schemas.openxmlformats.org/drawingml/2006/main" prst="rect">
            <a:avLst/>
          </a:prstGeom>
        </p:spPr>
      </p:pic>
      <p:sp>
        <p:nvSpPr>
          <p:cNvPr id="4" name="Freeform 7">
            <a:extLst xmlns:a="http://schemas.openxmlformats.org/drawingml/2006/main">
              <a:ext uri="{FF2B5EF4-FFF2-40B4-BE49-F238E27FC236}">
                <a16:creationId xmlns:a16="http://schemas.microsoft.com/office/drawing/2014/main" id="{E6812EB7-2200-7EFC-8E96-92AEC02652A6}"/>
              </a:ext>
            </a:extLst>
          </p:cNvPr>
          <p:cNvSpPr>
            <a:spLocks xmlns:a="http://schemas.openxmlformats.org/drawingml/2006/main" noGrp="1"/>
          </p:cNvSpPr>
          <p:nvPr/>
        </p:nvSpPr>
        <p:spPr>
          <a:xfrm xmlns:a="http://schemas.openxmlformats.org/drawingml/2006/main">
            <a:off x="-781310" y="2648525"/>
            <a:ext cx="2880997" cy="4116311"/>
          </a:xfrm>
          <a:custGeom xmlns:a="http://schemas.openxmlformats.org/drawingml/2006/main">
            <a:gdLst>
              <a:gd name="connsiteX0" fmla="*/ 0 w 3498574"/>
              <a:gd name="connsiteY0" fmla="*/ 533873 h 5009322"/>
              <a:gd name="connsiteX1" fmla="*/ 1965108 w 3498574"/>
              <a:gd name="connsiteY1" fmla="*/ 2498981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53550 w 3498574"/>
              <a:gd name="connsiteY1" fmla="*/ 2482688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41992 w 3498574"/>
              <a:gd name="connsiteY1" fmla="*/ 2497200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465050 w 3509263"/>
              <a:gd name="connsiteY9" fmla="*/ 102231 h 5009322"/>
              <a:gd name="connsiteX10" fmla="*/ 0 w 3509263"/>
              <a:gd name="connsiteY10" fmla="*/ 538314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397553 w 3509263"/>
              <a:gd name="connsiteY9" fmla="*/ 157556 h 5009322"/>
              <a:gd name="connsiteX10" fmla="*/ 0 w 3509263"/>
              <a:gd name="connsiteY10" fmla="*/ 538314 h 5009322"/>
              <a:gd name="connsiteX0" fmla="*/ 0 w 3509263"/>
              <a:gd name="connsiteY0" fmla="*/ 865832 h 5336840"/>
              <a:gd name="connsiteX1" fmla="*/ 1952681 w 3509263"/>
              <a:gd name="connsiteY1" fmla="*/ 2824718 h 5336840"/>
              <a:gd name="connsiteX2" fmla="*/ 10689 w 3509263"/>
              <a:gd name="connsiteY2" fmla="*/ 4791607 h 5336840"/>
              <a:gd name="connsiteX3" fmla="*/ 430973 w 3509263"/>
              <a:gd name="connsiteY3" fmla="*/ 5234609 h 5336840"/>
              <a:gd name="connsiteX4" fmla="*/ 771743 w 3509263"/>
              <a:gd name="connsiteY4" fmla="*/ 5336840 h 5336840"/>
              <a:gd name="connsiteX5" fmla="*/ 1135231 w 3509263"/>
              <a:gd name="connsiteY5" fmla="*/ 5211891 h 5336840"/>
              <a:gd name="connsiteX6" fmla="*/ 3509263 w 3509263"/>
              <a:gd name="connsiteY6" fmla="*/ 2837858 h 5336840"/>
              <a:gd name="connsiteX7" fmla="*/ 1078436 w 3509263"/>
              <a:gd name="connsiteY7" fmla="*/ 418390 h 5336840"/>
              <a:gd name="connsiteX8" fmla="*/ 737666 w 3509263"/>
              <a:gd name="connsiteY8" fmla="*/ 327518 h 5336840"/>
              <a:gd name="connsiteX9" fmla="*/ 397553 w 3509263"/>
              <a:gd name="connsiteY9" fmla="*/ 485074 h 5336840"/>
              <a:gd name="connsiteX10" fmla="*/ 0 w 3509263"/>
              <a:gd name="connsiteY10" fmla="*/ 865832 h 5336840"/>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2840 h 5013848"/>
              <a:gd name="connsiteX1" fmla="*/ 1952681 w 3509263"/>
              <a:gd name="connsiteY1" fmla="*/ 2501726 h 5013848"/>
              <a:gd name="connsiteX2" fmla="*/ 10689 w 3509263"/>
              <a:gd name="connsiteY2" fmla="*/ 4468615 h 5013848"/>
              <a:gd name="connsiteX3" fmla="*/ 430973 w 3509263"/>
              <a:gd name="connsiteY3" fmla="*/ 4911617 h 5013848"/>
              <a:gd name="connsiteX4" fmla="*/ 771743 w 3509263"/>
              <a:gd name="connsiteY4" fmla="*/ 5013848 h 5013848"/>
              <a:gd name="connsiteX5" fmla="*/ 1135231 w 3509263"/>
              <a:gd name="connsiteY5" fmla="*/ 4888899 h 5013848"/>
              <a:gd name="connsiteX6" fmla="*/ 3509263 w 3509263"/>
              <a:gd name="connsiteY6" fmla="*/ 2514866 h 5013848"/>
              <a:gd name="connsiteX7" fmla="*/ 1117296 w 3509263"/>
              <a:gd name="connsiteY7" fmla="*/ 134923 h 5013848"/>
              <a:gd name="connsiteX8" fmla="*/ 737666 w 3509263"/>
              <a:gd name="connsiteY8" fmla="*/ 4526 h 5013848"/>
              <a:gd name="connsiteX9" fmla="*/ 397553 w 3509263"/>
              <a:gd name="connsiteY9" fmla="*/ 162082 h 5013848"/>
              <a:gd name="connsiteX10" fmla="*/ 0 w 3509263"/>
              <a:gd name="connsiteY10" fmla="*/ 542840 h 5013848"/>
              <a:gd name="connsiteX0" fmla="*/ 0 w 3509263"/>
              <a:gd name="connsiteY0" fmla="*/ 526104 h 4997112"/>
              <a:gd name="connsiteX1" fmla="*/ 1952681 w 3509263"/>
              <a:gd name="connsiteY1" fmla="*/ 2484990 h 4997112"/>
              <a:gd name="connsiteX2" fmla="*/ 10689 w 3509263"/>
              <a:gd name="connsiteY2" fmla="*/ 4451879 h 4997112"/>
              <a:gd name="connsiteX3" fmla="*/ 430973 w 3509263"/>
              <a:gd name="connsiteY3" fmla="*/ 4894881 h 4997112"/>
              <a:gd name="connsiteX4" fmla="*/ 771743 w 3509263"/>
              <a:gd name="connsiteY4" fmla="*/ 4997112 h 4997112"/>
              <a:gd name="connsiteX5" fmla="*/ 1135231 w 3509263"/>
              <a:gd name="connsiteY5" fmla="*/ 4872163 h 4997112"/>
              <a:gd name="connsiteX6" fmla="*/ 3509263 w 3509263"/>
              <a:gd name="connsiteY6" fmla="*/ 2498130 h 4997112"/>
              <a:gd name="connsiteX7" fmla="*/ 1117296 w 3509263"/>
              <a:gd name="connsiteY7" fmla="*/ 118187 h 4997112"/>
              <a:gd name="connsiteX8" fmla="*/ 753426 w 3509263"/>
              <a:gd name="connsiteY8" fmla="*/ 4526 h 4997112"/>
              <a:gd name="connsiteX9" fmla="*/ 397553 w 3509263"/>
              <a:gd name="connsiteY9" fmla="*/ 145346 h 4997112"/>
              <a:gd name="connsiteX10" fmla="*/ 0 w 3509263"/>
              <a:gd name="connsiteY10" fmla="*/ 526104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64742 w 3500203"/>
              <a:gd name="connsiteY1" fmla="*/ 25023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5110 w 3505313"/>
              <a:gd name="connsiteY0" fmla="*/ 531610 h 4997112"/>
              <a:gd name="connsiteX1" fmla="*/ 1969852 w 3505313"/>
              <a:gd name="connsiteY1" fmla="*/ 2502390 h 4997112"/>
              <a:gd name="connsiteX2" fmla="*/ 0 w 3505313"/>
              <a:gd name="connsiteY2" fmla="*/ 4481321 h 4997112"/>
              <a:gd name="connsiteX3" fmla="*/ 427023 w 3505313"/>
              <a:gd name="connsiteY3" fmla="*/ 4894881 h 4997112"/>
              <a:gd name="connsiteX4" fmla="*/ 767793 w 3505313"/>
              <a:gd name="connsiteY4" fmla="*/ 4997112 h 4997112"/>
              <a:gd name="connsiteX5" fmla="*/ 1131281 w 3505313"/>
              <a:gd name="connsiteY5" fmla="*/ 4872163 h 4997112"/>
              <a:gd name="connsiteX6" fmla="*/ 3505313 w 3505313"/>
              <a:gd name="connsiteY6" fmla="*/ 2498130 h 4997112"/>
              <a:gd name="connsiteX7" fmla="*/ 1113346 w 3505313"/>
              <a:gd name="connsiteY7" fmla="*/ 118187 h 4997112"/>
              <a:gd name="connsiteX8" fmla="*/ 749476 w 3505313"/>
              <a:gd name="connsiteY8" fmla="*/ 4526 h 4997112"/>
              <a:gd name="connsiteX9" fmla="*/ 393603 w 3505313"/>
              <a:gd name="connsiteY9" fmla="*/ 145346 h 4997112"/>
              <a:gd name="connsiteX10" fmla="*/ 5110 w 3505313"/>
              <a:gd name="connsiteY10" fmla="*/ 531610 h 4997112"/>
              <a:gd name="connsiteX0" fmla="*/ 5110 w 3505313"/>
              <a:gd name="connsiteY0" fmla="*/ 531610 h 5288660"/>
              <a:gd name="connsiteX1" fmla="*/ 1969852 w 3505313"/>
              <a:gd name="connsiteY1" fmla="*/ 2502390 h 5288660"/>
              <a:gd name="connsiteX2" fmla="*/ 0 w 3505313"/>
              <a:gd name="connsiteY2" fmla="*/ 4481321 h 5288660"/>
              <a:gd name="connsiteX3" fmla="*/ 427023 w 3505313"/>
              <a:gd name="connsiteY3" fmla="*/ 4894881 h 5288660"/>
              <a:gd name="connsiteX4" fmla="*/ 767793 w 3505313"/>
              <a:gd name="connsiteY4" fmla="*/ 4997112 h 5288660"/>
              <a:gd name="connsiteX5" fmla="*/ 1131281 w 3505313"/>
              <a:gd name="connsiteY5" fmla="*/ 4872163 h 5288660"/>
              <a:gd name="connsiteX6" fmla="*/ 3505313 w 3505313"/>
              <a:gd name="connsiteY6" fmla="*/ 2498130 h 5288660"/>
              <a:gd name="connsiteX7" fmla="*/ 1113346 w 3505313"/>
              <a:gd name="connsiteY7" fmla="*/ 118187 h 5288660"/>
              <a:gd name="connsiteX8" fmla="*/ 749476 w 3505313"/>
              <a:gd name="connsiteY8" fmla="*/ 4526 h 5288660"/>
              <a:gd name="connsiteX9" fmla="*/ 393603 w 3505313"/>
              <a:gd name="connsiteY9" fmla="*/ 145346 h 5288660"/>
              <a:gd name="connsiteX10" fmla="*/ 5110 w 3505313"/>
              <a:gd name="connsiteY10" fmla="*/ 531610 h 5288660"/>
              <a:gd name="connsiteX0" fmla="*/ 5110 w 3505313"/>
              <a:gd name="connsiteY0" fmla="*/ 531610 h 5000898"/>
              <a:gd name="connsiteX1" fmla="*/ 1969852 w 3505313"/>
              <a:gd name="connsiteY1" fmla="*/ 2502390 h 5000898"/>
              <a:gd name="connsiteX2" fmla="*/ 0 w 3505313"/>
              <a:gd name="connsiteY2" fmla="*/ 4481321 h 5000898"/>
              <a:gd name="connsiteX3" fmla="*/ 427023 w 3505313"/>
              <a:gd name="connsiteY3" fmla="*/ 4894881 h 5000898"/>
              <a:gd name="connsiteX4" fmla="*/ 767793 w 3505313"/>
              <a:gd name="connsiteY4" fmla="*/ 4997112 h 5000898"/>
              <a:gd name="connsiteX5" fmla="*/ 1131281 w 3505313"/>
              <a:gd name="connsiteY5" fmla="*/ 4872163 h 5000898"/>
              <a:gd name="connsiteX6" fmla="*/ 3505313 w 3505313"/>
              <a:gd name="connsiteY6" fmla="*/ 2498130 h 5000898"/>
              <a:gd name="connsiteX7" fmla="*/ 1113346 w 3505313"/>
              <a:gd name="connsiteY7" fmla="*/ 118187 h 5000898"/>
              <a:gd name="connsiteX8" fmla="*/ 749476 w 3505313"/>
              <a:gd name="connsiteY8" fmla="*/ 4526 h 5000898"/>
              <a:gd name="connsiteX9" fmla="*/ 393603 w 3505313"/>
              <a:gd name="connsiteY9" fmla="*/ 145346 h 5000898"/>
              <a:gd name="connsiteX10" fmla="*/ 5110 w 3505313"/>
              <a:gd name="connsiteY10" fmla="*/ 531610 h 5000898"/>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29652 h 5005303"/>
              <a:gd name="connsiteX1" fmla="*/ 1969852 w 3505313"/>
              <a:gd name="connsiteY1" fmla="*/ 2500432 h 5005303"/>
              <a:gd name="connsiteX2" fmla="*/ 0 w 3505313"/>
              <a:gd name="connsiteY2" fmla="*/ 4479363 h 5005303"/>
              <a:gd name="connsiteX3" fmla="*/ 427023 w 3505313"/>
              <a:gd name="connsiteY3" fmla="*/ 4892923 h 5005303"/>
              <a:gd name="connsiteX4" fmla="*/ 787503 w 3505313"/>
              <a:gd name="connsiteY4" fmla="*/ 5001517 h 5005303"/>
              <a:gd name="connsiteX5" fmla="*/ 1131281 w 3505313"/>
              <a:gd name="connsiteY5" fmla="*/ 4870205 h 5005303"/>
              <a:gd name="connsiteX6" fmla="*/ 3505313 w 3505313"/>
              <a:gd name="connsiteY6" fmla="*/ 2496172 h 5005303"/>
              <a:gd name="connsiteX7" fmla="*/ 1160106 w 3505313"/>
              <a:gd name="connsiteY7" fmla="*/ 158794 h 5005303"/>
              <a:gd name="connsiteX8" fmla="*/ 749476 w 3505313"/>
              <a:gd name="connsiteY8" fmla="*/ 2568 h 5005303"/>
              <a:gd name="connsiteX9" fmla="*/ 393603 w 3505313"/>
              <a:gd name="connsiteY9" fmla="*/ 143388 h 5005303"/>
              <a:gd name="connsiteX10" fmla="*/ 5110 w 3505313"/>
              <a:gd name="connsiteY10" fmla="*/ 529652 h 5005303"/>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416 h 5008067"/>
              <a:gd name="connsiteX1" fmla="*/ 1969852 w 3505313"/>
              <a:gd name="connsiteY1" fmla="*/ 2503196 h 5008067"/>
              <a:gd name="connsiteX2" fmla="*/ 0 w 3505313"/>
              <a:gd name="connsiteY2" fmla="*/ 4482127 h 5008067"/>
              <a:gd name="connsiteX3" fmla="*/ 427023 w 3505313"/>
              <a:gd name="connsiteY3" fmla="*/ 4895687 h 5008067"/>
              <a:gd name="connsiteX4" fmla="*/ 787503 w 3505313"/>
              <a:gd name="connsiteY4" fmla="*/ 5004281 h 5008067"/>
              <a:gd name="connsiteX5" fmla="*/ 1131281 w 3505313"/>
              <a:gd name="connsiteY5" fmla="*/ 4872969 h 5008067"/>
              <a:gd name="connsiteX6" fmla="*/ 3505313 w 3505313"/>
              <a:gd name="connsiteY6" fmla="*/ 2498936 h 5008067"/>
              <a:gd name="connsiteX7" fmla="*/ 1160106 w 3505313"/>
              <a:gd name="connsiteY7" fmla="*/ 161558 h 5008067"/>
              <a:gd name="connsiteX8" fmla="*/ 796836 w 3505313"/>
              <a:gd name="connsiteY8" fmla="*/ 2318 h 5008067"/>
              <a:gd name="connsiteX9" fmla="*/ 393603 w 3505313"/>
              <a:gd name="connsiteY9" fmla="*/ 146152 h 5008067"/>
              <a:gd name="connsiteX10" fmla="*/ 5110 w 3505313"/>
              <a:gd name="connsiteY10" fmla="*/ 532416 h 500806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Lst>
            <a:rect l="l" t="t" r="r" b="b"/>
            <a:pathLst>
              <a:path w="3505313" h="5008317">
                <a:moveTo>
                  <a:pt x="5110" y="532666"/>
                </a:moveTo>
                <a:lnTo>
                  <a:pt x="1969852" y="2503446"/>
                </a:lnTo>
                <a:lnTo>
                  <a:pt x="0" y="4482377"/>
                </a:lnTo>
                <a:lnTo>
                  <a:pt x="427023" y="4895937"/>
                </a:lnTo>
                <a:cubicBezTo>
                  <a:pt x="510281" y="4969426"/>
                  <a:pt x="670127" y="5008317"/>
                  <a:pt x="787503" y="5004531"/>
                </a:cubicBezTo>
                <a:cubicBezTo>
                  <a:pt x="904879" y="5000745"/>
                  <a:pt x="1004011" y="4978861"/>
                  <a:pt x="1131281" y="4873219"/>
                </a:cubicBezTo>
                <a:lnTo>
                  <a:pt x="3505313" y="2499186"/>
                </a:lnTo>
                <a:lnTo>
                  <a:pt x="1160106" y="161808"/>
                </a:lnTo>
                <a:cubicBezTo>
                  <a:pt x="1068649" y="89635"/>
                  <a:pt x="968345" y="5136"/>
                  <a:pt x="796836" y="2568"/>
                </a:cubicBezTo>
                <a:cubicBezTo>
                  <a:pt x="625327" y="0"/>
                  <a:pt x="475789" y="68559"/>
                  <a:pt x="393603" y="146402"/>
                </a:cubicBezTo>
                <a:lnTo>
                  <a:pt x="5110" y="532666"/>
                </a:lnTo>
                <a:close/>
              </a:path>
            </a:pathLst>
          </a:custGeom>
          <a:solidFill xmlns:a="http://schemas.openxmlformats.org/drawingml/2006/main">
            <a:schemeClr val="accent6">
              <a:lumMod val="20000"/>
              <a:lumOff val="80000"/>
            </a:schemeClr>
          </a:solidFill>
          <a:ln xmlns:a="http://schemas.openxmlformats.org/drawingml/2006/main" w="317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lvl1pPr algn="l">
              <a:spcBef>
                <a:spcPct val="0"/>
              </a:spcBef>
              <a:spcAft>
                <a:spcPct val="0"/>
              </a:spcAft>
              <a:buNone/>
              <a:defRPr kern="1200">
                <a:solidFill>
                  <a:schemeClr val="tx1"/>
                </a:solidFill>
                <a:latin typeface="Arial"/>
                <a:ea typeface="Arial"/>
                <a:cs typeface="Arial"/>
              </a:defRPr>
            </a:lvl1pPr>
            <a:lvl2pPr marL="544225" algn="l">
              <a:spcBef>
                <a:spcPct val="0"/>
              </a:spcBef>
              <a:spcAft>
                <a:spcPct val="0"/>
              </a:spcAft>
              <a:buNone/>
              <a:defRPr kern="1200">
                <a:solidFill>
                  <a:schemeClr val="tx1"/>
                </a:solidFill>
                <a:latin typeface="Arial"/>
                <a:ea typeface="Arial"/>
                <a:cs typeface="Arial"/>
              </a:defRPr>
            </a:lvl2pPr>
            <a:lvl3pPr marL="1088449" algn="l">
              <a:spcBef>
                <a:spcPct val="0"/>
              </a:spcBef>
              <a:spcAft>
                <a:spcPct val="0"/>
              </a:spcAft>
              <a:buNone/>
              <a:defRPr kern="1200">
                <a:solidFill>
                  <a:schemeClr val="tx1"/>
                </a:solidFill>
                <a:latin typeface="Arial"/>
                <a:ea typeface="Arial"/>
                <a:cs typeface="Arial"/>
              </a:defRPr>
            </a:lvl3pPr>
            <a:lvl4pPr marL="1632674" algn="l">
              <a:spcBef>
                <a:spcPct val="0"/>
              </a:spcBef>
              <a:spcAft>
                <a:spcPct val="0"/>
              </a:spcAft>
              <a:buNone/>
              <a:defRPr kern="1200">
                <a:solidFill>
                  <a:schemeClr val="tx1"/>
                </a:solidFill>
                <a:latin typeface="Arial"/>
                <a:ea typeface="Arial"/>
                <a:cs typeface="Arial"/>
              </a:defRPr>
            </a:lvl4pPr>
            <a:lvl5pPr marL="2176899" algn="l">
              <a:spcBef>
                <a:spcPct val="0"/>
              </a:spcBef>
              <a:spcAft>
                <a:spcPct val="0"/>
              </a:spcAft>
              <a:buNone/>
              <a:defRPr kern="1200">
                <a:solidFill>
                  <a:schemeClr val="tx1"/>
                </a:solidFill>
                <a:latin typeface="Arial"/>
                <a:ea typeface="Arial"/>
                <a:cs typeface="Arial"/>
              </a:defRPr>
            </a:lvl5pPr>
            <a:lvl6pPr marL="2721123" algn="l" defTabSz="1088449">
              <a:buNone/>
              <a:defRPr kern="1200">
                <a:solidFill>
                  <a:schemeClr val="tx1"/>
                </a:solidFill>
                <a:latin typeface="Arial"/>
                <a:ea typeface="Arial"/>
                <a:cs typeface="Arial"/>
              </a:defRPr>
            </a:lvl6pPr>
            <a:lvl7pPr marL="3265348" algn="l" defTabSz="1088449">
              <a:buNone/>
              <a:defRPr kern="1200">
                <a:solidFill>
                  <a:schemeClr val="tx1"/>
                </a:solidFill>
                <a:latin typeface="Arial"/>
                <a:ea typeface="Arial"/>
                <a:cs typeface="Arial"/>
              </a:defRPr>
            </a:lvl7pPr>
            <a:lvl8pPr marL="3809573" algn="l" defTabSz="1088449">
              <a:buNone/>
              <a:defRPr kern="1200">
                <a:solidFill>
                  <a:schemeClr val="tx1"/>
                </a:solidFill>
                <a:latin typeface="Arial"/>
                <a:ea typeface="Arial"/>
                <a:cs typeface="Arial"/>
              </a:defRPr>
            </a:lvl8pPr>
            <a:lvl9pPr marL="4353797" algn="l" defTabSz="1088449">
              <a:buNone/>
              <a:defRPr kern="1200">
                <a:solidFill>
                  <a:schemeClr val="tx1"/>
                </a:solidFill>
                <a:latin typeface="Arial"/>
                <a:ea typeface="Arial"/>
                <a:cs typeface="Arial"/>
              </a:defRPr>
            </a:lvl9pPr>
          </a:lstStyle>
          <a:p xmlns:a="http://schemas.openxmlformats.org/drawingml/2006/main">
            <a:pPr algn="ctr">
              <a:spcBef>
                <a:spcPct val="0"/>
              </a:spcBef>
              <a:spcAft>
                <a:spcPct val="0"/>
              </a:spcAft>
              <a:buNone/>
            </a:pPr>
            <a:endParaRPr kern="1200">
              <a:solidFill>
                <a:schemeClr val="lt1"/>
              </a:solidFill>
              <a:latin typeface="+mn-lt"/>
              <a:ea typeface="+mn-lt"/>
              <a:cs typeface="+mn-lt"/>
            </a:endParaRPr>
          </a:p>
        </p:txBody>
      </p:sp>
      <p:sp>
        <p:nvSpPr>
          <p:cNvPr id="7" name="Freeform 9">
            <a:extLst xmlns:a="http://schemas.openxmlformats.org/drawingml/2006/main">
              <a:ext uri="{FF2B5EF4-FFF2-40B4-BE49-F238E27FC236}">
                <a16:creationId xmlns:a16="http://schemas.microsoft.com/office/drawing/2014/main" id="{4C3766A1-1CED-F24B-20A1-38BAAFD1C00E}"/>
              </a:ext>
            </a:extLst>
          </p:cNvPr>
          <p:cNvSpPr>
            <a:spLocks xmlns:a="http://schemas.openxmlformats.org/drawingml/2006/main" noGrp="1"/>
          </p:cNvSpPr>
          <p:nvPr/>
        </p:nvSpPr>
        <p:spPr>
          <a:xfrm xmlns:a="http://schemas.openxmlformats.org/drawingml/2006/main" rot="10800000" flipH="1">
            <a:off x="1207051" y="3145857"/>
            <a:ext cx="1092420" cy="1560823"/>
          </a:xfrm>
          <a:custGeom xmlns:a="http://schemas.openxmlformats.org/drawingml/2006/main">
            <a:gdLst>
              <a:gd name="connsiteX0" fmla="*/ 0 w 3498574"/>
              <a:gd name="connsiteY0" fmla="*/ 533873 h 5009322"/>
              <a:gd name="connsiteX1" fmla="*/ 1965108 w 3498574"/>
              <a:gd name="connsiteY1" fmla="*/ 2498981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53550 w 3498574"/>
              <a:gd name="connsiteY1" fmla="*/ 2482688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41992 w 3498574"/>
              <a:gd name="connsiteY1" fmla="*/ 2497200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465050 w 3509263"/>
              <a:gd name="connsiteY9" fmla="*/ 102231 h 5009322"/>
              <a:gd name="connsiteX10" fmla="*/ 0 w 3509263"/>
              <a:gd name="connsiteY10" fmla="*/ 538314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397553 w 3509263"/>
              <a:gd name="connsiteY9" fmla="*/ 157556 h 5009322"/>
              <a:gd name="connsiteX10" fmla="*/ 0 w 3509263"/>
              <a:gd name="connsiteY10" fmla="*/ 538314 h 5009322"/>
              <a:gd name="connsiteX0" fmla="*/ 0 w 3509263"/>
              <a:gd name="connsiteY0" fmla="*/ 865832 h 5336840"/>
              <a:gd name="connsiteX1" fmla="*/ 1952681 w 3509263"/>
              <a:gd name="connsiteY1" fmla="*/ 2824718 h 5336840"/>
              <a:gd name="connsiteX2" fmla="*/ 10689 w 3509263"/>
              <a:gd name="connsiteY2" fmla="*/ 4791607 h 5336840"/>
              <a:gd name="connsiteX3" fmla="*/ 430973 w 3509263"/>
              <a:gd name="connsiteY3" fmla="*/ 5234609 h 5336840"/>
              <a:gd name="connsiteX4" fmla="*/ 771743 w 3509263"/>
              <a:gd name="connsiteY4" fmla="*/ 5336840 h 5336840"/>
              <a:gd name="connsiteX5" fmla="*/ 1135231 w 3509263"/>
              <a:gd name="connsiteY5" fmla="*/ 5211891 h 5336840"/>
              <a:gd name="connsiteX6" fmla="*/ 3509263 w 3509263"/>
              <a:gd name="connsiteY6" fmla="*/ 2837858 h 5336840"/>
              <a:gd name="connsiteX7" fmla="*/ 1078436 w 3509263"/>
              <a:gd name="connsiteY7" fmla="*/ 418390 h 5336840"/>
              <a:gd name="connsiteX8" fmla="*/ 737666 w 3509263"/>
              <a:gd name="connsiteY8" fmla="*/ 327518 h 5336840"/>
              <a:gd name="connsiteX9" fmla="*/ 397553 w 3509263"/>
              <a:gd name="connsiteY9" fmla="*/ 485074 h 5336840"/>
              <a:gd name="connsiteX10" fmla="*/ 0 w 3509263"/>
              <a:gd name="connsiteY10" fmla="*/ 865832 h 5336840"/>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2840 h 5013848"/>
              <a:gd name="connsiteX1" fmla="*/ 1952681 w 3509263"/>
              <a:gd name="connsiteY1" fmla="*/ 2501726 h 5013848"/>
              <a:gd name="connsiteX2" fmla="*/ 10689 w 3509263"/>
              <a:gd name="connsiteY2" fmla="*/ 4468615 h 5013848"/>
              <a:gd name="connsiteX3" fmla="*/ 430973 w 3509263"/>
              <a:gd name="connsiteY3" fmla="*/ 4911617 h 5013848"/>
              <a:gd name="connsiteX4" fmla="*/ 771743 w 3509263"/>
              <a:gd name="connsiteY4" fmla="*/ 5013848 h 5013848"/>
              <a:gd name="connsiteX5" fmla="*/ 1135231 w 3509263"/>
              <a:gd name="connsiteY5" fmla="*/ 4888899 h 5013848"/>
              <a:gd name="connsiteX6" fmla="*/ 3509263 w 3509263"/>
              <a:gd name="connsiteY6" fmla="*/ 2514866 h 5013848"/>
              <a:gd name="connsiteX7" fmla="*/ 1117296 w 3509263"/>
              <a:gd name="connsiteY7" fmla="*/ 134923 h 5013848"/>
              <a:gd name="connsiteX8" fmla="*/ 737666 w 3509263"/>
              <a:gd name="connsiteY8" fmla="*/ 4526 h 5013848"/>
              <a:gd name="connsiteX9" fmla="*/ 397553 w 3509263"/>
              <a:gd name="connsiteY9" fmla="*/ 162082 h 5013848"/>
              <a:gd name="connsiteX10" fmla="*/ 0 w 3509263"/>
              <a:gd name="connsiteY10" fmla="*/ 542840 h 5013848"/>
              <a:gd name="connsiteX0" fmla="*/ 0 w 3509263"/>
              <a:gd name="connsiteY0" fmla="*/ 526104 h 4997112"/>
              <a:gd name="connsiteX1" fmla="*/ 1952681 w 3509263"/>
              <a:gd name="connsiteY1" fmla="*/ 2484990 h 4997112"/>
              <a:gd name="connsiteX2" fmla="*/ 10689 w 3509263"/>
              <a:gd name="connsiteY2" fmla="*/ 4451879 h 4997112"/>
              <a:gd name="connsiteX3" fmla="*/ 430973 w 3509263"/>
              <a:gd name="connsiteY3" fmla="*/ 4894881 h 4997112"/>
              <a:gd name="connsiteX4" fmla="*/ 771743 w 3509263"/>
              <a:gd name="connsiteY4" fmla="*/ 4997112 h 4997112"/>
              <a:gd name="connsiteX5" fmla="*/ 1135231 w 3509263"/>
              <a:gd name="connsiteY5" fmla="*/ 4872163 h 4997112"/>
              <a:gd name="connsiteX6" fmla="*/ 3509263 w 3509263"/>
              <a:gd name="connsiteY6" fmla="*/ 2498130 h 4997112"/>
              <a:gd name="connsiteX7" fmla="*/ 1117296 w 3509263"/>
              <a:gd name="connsiteY7" fmla="*/ 118187 h 4997112"/>
              <a:gd name="connsiteX8" fmla="*/ 753426 w 3509263"/>
              <a:gd name="connsiteY8" fmla="*/ 4526 h 4997112"/>
              <a:gd name="connsiteX9" fmla="*/ 397553 w 3509263"/>
              <a:gd name="connsiteY9" fmla="*/ 145346 h 4997112"/>
              <a:gd name="connsiteX10" fmla="*/ 0 w 3509263"/>
              <a:gd name="connsiteY10" fmla="*/ 526104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64742 w 3500203"/>
              <a:gd name="connsiteY1" fmla="*/ 25023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5110 w 3505313"/>
              <a:gd name="connsiteY0" fmla="*/ 531610 h 4997112"/>
              <a:gd name="connsiteX1" fmla="*/ 1969852 w 3505313"/>
              <a:gd name="connsiteY1" fmla="*/ 2502390 h 4997112"/>
              <a:gd name="connsiteX2" fmla="*/ 0 w 3505313"/>
              <a:gd name="connsiteY2" fmla="*/ 4481321 h 4997112"/>
              <a:gd name="connsiteX3" fmla="*/ 427023 w 3505313"/>
              <a:gd name="connsiteY3" fmla="*/ 4894881 h 4997112"/>
              <a:gd name="connsiteX4" fmla="*/ 767793 w 3505313"/>
              <a:gd name="connsiteY4" fmla="*/ 4997112 h 4997112"/>
              <a:gd name="connsiteX5" fmla="*/ 1131281 w 3505313"/>
              <a:gd name="connsiteY5" fmla="*/ 4872163 h 4997112"/>
              <a:gd name="connsiteX6" fmla="*/ 3505313 w 3505313"/>
              <a:gd name="connsiteY6" fmla="*/ 2498130 h 4997112"/>
              <a:gd name="connsiteX7" fmla="*/ 1113346 w 3505313"/>
              <a:gd name="connsiteY7" fmla="*/ 118187 h 4997112"/>
              <a:gd name="connsiteX8" fmla="*/ 749476 w 3505313"/>
              <a:gd name="connsiteY8" fmla="*/ 4526 h 4997112"/>
              <a:gd name="connsiteX9" fmla="*/ 393603 w 3505313"/>
              <a:gd name="connsiteY9" fmla="*/ 145346 h 4997112"/>
              <a:gd name="connsiteX10" fmla="*/ 5110 w 3505313"/>
              <a:gd name="connsiteY10" fmla="*/ 531610 h 4997112"/>
              <a:gd name="connsiteX0" fmla="*/ 5110 w 3505313"/>
              <a:gd name="connsiteY0" fmla="*/ 531610 h 5288660"/>
              <a:gd name="connsiteX1" fmla="*/ 1969852 w 3505313"/>
              <a:gd name="connsiteY1" fmla="*/ 2502390 h 5288660"/>
              <a:gd name="connsiteX2" fmla="*/ 0 w 3505313"/>
              <a:gd name="connsiteY2" fmla="*/ 4481321 h 5288660"/>
              <a:gd name="connsiteX3" fmla="*/ 427023 w 3505313"/>
              <a:gd name="connsiteY3" fmla="*/ 4894881 h 5288660"/>
              <a:gd name="connsiteX4" fmla="*/ 767793 w 3505313"/>
              <a:gd name="connsiteY4" fmla="*/ 4997112 h 5288660"/>
              <a:gd name="connsiteX5" fmla="*/ 1131281 w 3505313"/>
              <a:gd name="connsiteY5" fmla="*/ 4872163 h 5288660"/>
              <a:gd name="connsiteX6" fmla="*/ 3505313 w 3505313"/>
              <a:gd name="connsiteY6" fmla="*/ 2498130 h 5288660"/>
              <a:gd name="connsiteX7" fmla="*/ 1113346 w 3505313"/>
              <a:gd name="connsiteY7" fmla="*/ 118187 h 5288660"/>
              <a:gd name="connsiteX8" fmla="*/ 749476 w 3505313"/>
              <a:gd name="connsiteY8" fmla="*/ 4526 h 5288660"/>
              <a:gd name="connsiteX9" fmla="*/ 393603 w 3505313"/>
              <a:gd name="connsiteY9" fmla="*/ 145346 h 5288660"/>
              <a:gd name="connsiteX10" fmla="*/ 5110 w 3505313"/>
              <a:gd name="connsiteY10" fmla="*/ 531610 h 5288660"/>
              <a:gd name="connsiteX0" fmla="*/ 5110 w 3505313"/>
              <a:gd name="connsiteY0" fmla="*/ 531610 h 5000898"/>
              <a:gd name="connsiteX1" fmla="*/ 1969852 w 3505313"/>
              <a:gd name="connsiteY1" fmla="*/ 2502390 h 5000898"/>
              <a:gd name="connsiteX2" fmla="*/ 0 w 3505313"/>
              <a:gd name="connsiteY2" fmla="*/ 4481321 h 5000898"/>
              <a:gd name="connsiteX3" fmla="*/ 427023 w 3505313"/>
              <a:gd name="connsiteY3" fmla="*/ 4894881 h 5000898"/>
              <a:gd name="connsiteX4" fmla="*/ 767793 w 3505313"/>
              <a:gd name="connsiteY4" fmla="*/ 4997112 h 5000898"/>
              <a:gd name="connsiteX5" fmla="*/ 1131281 w 3505313"/>
              <a:gd name="connsiteY5" fmla="*/ 4872163 h 5000898"/>
              <a:gd name="connsiteX6" fmla="*/ 3505313 w 3505313"/>
              <a:gd name="connsiteY6" fmla="*/ 2498130 h 5000898"/>
              <a:gd name="connsiteX7" fmla="*/ 1113346 w 3505313"/>
              <a:gd name="connsiteY7" fmla="*/ 118187 h 5000898"/>
              <a:gd name="connsiteX8" fmla="*/ 749476 w 3505313"/>
              <a:gd name="connsiteY8" fmla="*/ 4526 h 5000898"/>
              <a:gd name="connsiteX9" fmla="*/ 393603 w 3505313"/>
              <a:gd name="connsiteY9" fmla="*/ 145346 h 5000898"/>
              <a:gd name="connsiteX10" fmla="*/ 5110 w 3505313"/>
              <a:gd name="connsiteY10" fmla="*/ 531610 h 5000898"/>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29652 h 5005303"/>
              <a:gd name="connsiteX1" fmla="*/ 1969852 w 3505313"/>
              <a:gd name="connsiteY1" fmla="*/ 2500432 h 5005303"/>
              <a:gd name="connsiteX2" fmla="*/ 0 w 3505313"/>
              <a:gd name="connsiteY2" fmla="*/ 4479363 h 5005303"/>
              <a:gd name="connsiteX3" fmla="*/ 427023 w 3505313"/>
              <a:gd name="connsiteY3" fmla="*/ 4892923 h 5005303"/>
              <a:gd name="connsiteX4" fmla="*/ 787503 w 3505313"/>
              <a:gd name="connsiteY4" fmla="*/ 5001517 h 5005303"/>
              <a:gd name="connsiteX5" fmla="*/ 1131281 w 3505313"/>
              <a:gd name="connsiteY5" fmla="*/ 4870205 h 5005303"/>
              <a:gd name="connsiteX6" fmla="*/ 3505313 w 3505313"/>
              <a:gd name="connsiteY6" fmla="*/ 2496172 h 5005303"/>
              <a:gd name="connsiteX7" fmla="*/ 1160106 w 3505313"/>
              <a:gd name="connsiteY7" fmla="*/ 158794 h 5005303"/>
              <a:gd name="connsiteX8" fmla="*/ 749476 w 3505313"/>
              <a:gd name="connsiteY8" fmla="*/ 2568 h 5005303"/>
              <a:gd name="connsiteX9" fmla="*/ 393603 w 3505313"/>
              <a:gd name="connsiteY9" fmla="*/ 143388 h 5005303"/>
              <a:gd name="connsiteX10" fmla="*/ 5110 w 3505313"/>
              <a:gd name="connsiteY10" fmla="*/ 529652 h 5005303"/>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416 h 5008067"/>
              <a:gd name="connsiteX1" fmla="*/ 1969852 w 3505313"/>
              <a:gd name="connsiteY1" fmla="*/ 2503196 h 5008067"/>
              <a:gd name="connsiteX2" fmla="*/ 0 w 3505313"/>
              <a:gd name="connsiteY2" fmla="*/ 4482127 h 5008067"/>
              <a:gd name="connsiteX3" fmla="*/ 427023 w 3505313"/>
              <a:gd name="connsiteY3" fmla="*/ 4895687 h 5008067"/>
              <a:gd name="connsiteX4" fmla="*/ 787503 w 3505313"/>
              <a:gd name="connsiteY4" fmla="*/ 5004281 h 5008067"/>
              <a:gd name="connsiteX5" fmla="*/ 1131281 w 3505313"/>
              <a:gd name="connsiteY5" fmla="*/ 4872969 h 5008067"/>
              <a:gd name="connsiteX6" fmla="*/ 3505313 w 3505313"/>
              <a:gd name="connsiteY6" fmla="*/ 2498936 h 5008067"/>
              <a:gd name="connsiteX7" fmla="*/ 1160106 w 3505313"/>
              <a:gd name="connsiteY7" fmla="*/ 161558 h 5008067"/>
              <a:gd name="connsiteX8" fmla="*/ 796836 w 3505313"/>
              <a:gd name="connsiteY8" fmla="*/ 2318 h 5008067"/>
              <a:gd name="connsiteX9" fmla="*/ 393603 w 3505313"/>
              <a:gd name="connsiteY9" fmla="*/ 146152 h 5008067"/>
              <a:gd name="connsiteX10" fmla="*/ 5110 w 3505313"/>
              <a:gd name="connsiteY10" fmla="*/ 532416 h 500806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Lst>
            <a:rect l="l" t="t" r="r" b="b"/>
            <a:pathLst>
              <a:path w="3505313" h="5008317">
                <a:moveTo>
                  <a:pt x="5110" y="532666"/>
                </a:moveTo>
                <a:lnTo>
                  <a:pt x="1969852" y="2503446"/>
                </a:lnTo>
                <a:lnTo>
                  <a:pt x="0" y="4482377"/>
                </a:lnTo>
                <a:lnTo>
                  <a:pt x="427023" y="4895937"/>
                </a:lnTo>
                <a:cubicBezTo>
                  <a:pt x="510281" y="4969426"/>
                  <a:pt x="670127" y="5008317"/>
                  <a:pt x="787503" y="5004531"/>
                </a:cubicBezTo>
                <a:cubicBezTo>
                  <a:pt x="904879" y="5000745"/>
                  <a:pt x="1004011" y="4978861"/>
                  <a:pt x="1131281" y="4873219"/>
                </a:cubicBezTo>
                <a:lnTo>
                  <a:pt x="3505313" y="2499186"/>
                </a:lnTo>
                <a:lnTo>
                  <a:pt x="1160106" y="161808"/>
                </a:lnTo>
                <a:cubicBezTo>
                  <a:pt x="1068649" y="89635"/>
                  <a:pt x="968345" y="5136"/>
                  <a:pt x="796836" y="2568"/>
                </a:cubicBezTo>
                <a:cubicBezTo>
                  <a:pt x="625327" y="0"/>
                  <a:pt x="475789" y="68559"/>
                  <a:pt x="393603" y="146402"/>
                </a:cubicBezTo>
                <a:lnTo>
                  <a:pt x="5110" y="532666"/>
                </a:lnTo>
                <a:close/>
              </a:path>
            </a:pathLst>
          </a:custGeom>
          <a:solidFill xmlns:a="http://schemas.openxmlformats.org/drawingml/2006/main">
            <a:schemeClr val="accent6">
              <a:lumMod val="50000"/>
            </a:schemeClr>
          </a:solidFill>
          <a:ln xmlns:a="http://schemas.openxmlformats.org/drawingml/2006/main" w="317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lvl1pPr algn="l">
              <a:spcBef>
                <a:spcPct val="0"/>
              </a:spcBef>
              <a:spcAft>
                <a:spcPct val="0"/>
              </a:spcAft>
              <a:buNone/>
              <a:defRPr kern="1200">
                <a:solidFill>
                  <a:schemeClr val="tx1"/>
                </a:solidFill>
                <a:latin typeface="Arial"/>
                <a:ea typeface="Arial"/>
                <a:cs typeface="Arial"/>
              </a:defRPr>
            </a:lvl1pPr>
            <a:lvl2pPr marL="544225" algn="l">
              <a:spcBef>
                <a:spcPct val="0"/>
              </a:spcBef>
              <a:spcAft>
                <a:spcPct val="0"/>
              </a:spcAft>
              <a:buNone/>
              <a:defRPr kern="1200">
                <a:solidFill>
                  <a:schemeClr val="tx1"/>
                </a:solidFill>
                <a:latin typeface="Arial"/>
                <a:ea typeface="Arial"/>
                <a:cs typeface="Arial"/>
              </a:defRPr>
            </a:lvl2pPr>
            <a:lvl3pPr marL="1088449" algn="l">
              <a:spcBef>
                <a:spcPct val="0"/>
              </a:spcBef>
              <a:spcAft>
                <a:spcPct val="0"/>
              </a:spcAft>
              <a:buNone/>
              <a:defRPr kern="1200">
                <a:solidFill>
                  <a:schemeClr val="tx1"/>
                </a:solidFill>
                <a:latin typeface="Arial"/>
                <a:ea typeface="Arial"/>
                <a:cs typeface="Arial"/>
              </a:defRPr>
            </a:lvl3pPr>
            <a:lvl4pPr marL="1632674" algn="l">
              <a:spcBef>
                <a:spcPct val="0"/>
              </a:spcBef>
              <a:spcAft>
                <a:spcPct val="0"/>
              </a:spcAft>
              <a:buNone/>
              <a:defRPr kern="1200">
                <a:solidFill>
                  <a:schemeClr val="tx1"/>
                </a:solidFill>
                <a:latin typeface="Arial"/>
                <a:ea typeface="Arial"/>
                <a:cs typeface="Arial"/>
              </a:defRPr>
            </a:lvl4pPr>
            <a:lvl5pPr marL="2176899" algn="l">
              <a:spcBef>
                <a:spcPct val="0"/>
              </a:spcBef>
              <a:spcAft>
                <a:spcPct val="0"/>
              </a:spcAft>
              <a:buNone/>
              <a:defRPr kern="1200">
                <a:solidFill>
                  <a:schemeClr val="tx1"/>
                </a:solidFill>
                <a:latin typeface="Arial"/>
                <a:ea typeface="Arial"/>
                <a:cs typeface="Arial"/>
              </a:defRPr>
            </a:lvl5pPr>
            <a:lvl6pPr marL="2721123" algn="l" defTabSz="1088449">
              <a:buNone/>
              <a:defRPr kern="1200">
                <a:solidFill>
                  <a:schemeClr val="tx1"/>
                </a:solidFill>
                <a:latin typeface="Arial"/>
                <a:ea typeface="Arial"/>
                <a:cs typeface="Arial"/>
              </a:defRPr>
            </a:lvl6pPr>
            <a:lvl7pPr marL="3265348" algn="l" defTabSz="1088449">
              <a:buNone/>
              <a:defRPr kern="1200">
                <a:solidFill>
                  <a:schemeClr val="tx1"/>
                </a:solidFill>
                <a:latin typeface="Arial"/>
                <a:ea typeface="Arial"/>
                <a:cs typeface="Arial"/>
              </a:defRPr>
            </a:lvl7pPr>
            <a:lvl8pPr marL="3809573" algn="l" defTabSz="1088449">
              <a:buNone/>
              <a:defRPr kern="1200">
                <a:solidFill>
                  <a:schemeClr val="tx1"/>
                </a:solidFill>
                <a:latin typeface="Arial"/>
                <a:ea typeface="Arial"/>
                <a:cs typeface="Arial"/>
              </a:defRPr>
            </a:lvl8pPr>
            <a:lvl9pPr marL="4353797" algn="l" defTabSz="1088449">
              <a:buNone/>
              <a:defRPr kern="1200">
                <a:solidFill>
                  <a:schemeClr val="tx1"/>
                </a:solidFill>
                <a:latin typeface="Arial"/>
                <a:ea typeface="Arial"/>
                <a:cs typeface="Arial"/>
              </a:defRPr>
            </a:lvl9pPr>
          </a:lstStyle>
          <a:p xmlns:a="http://schemas.openxmlformats.org/drawingml/2006/main">
            <a:pPr algn="ctr">
              <a:spcBef>
                <a:spcPct val="0"/>
              </a:spcBef>
              <a:spcAft>
                <a:spcPct val="0"/>
              </a:spcAft>
              <a:buNone/>
            </a:pPr>
            <a:endParaRPr kern="1200">
              <a:solidFill>
                <a:schemeClr val="lt1"/>
              </a:solidFill>
              <a:latin typeface="+mj-lt"/>
              <a:ea typeface="+mj-lt"/>
              <a:cs typeface="+mj-lt"/>
            </a:endParaRPr>
          </a:p>
        </p:txBody>
      </p:sp>
      <p:pic>
        <p:nvPicPr>
          <p:cNvPr id="10" name="Picture 9">
            <a:extLst xmlns:a="http://schemas.openxmlformats.org/drawingml/2006/main">
              <a:ext uri="{FF2B5EF4-FFF2-40B4-BE49-F238E27FC236}">
                <a16:creationId xmlns:a16="http://schemas.microsoft.com/office/drawing/2014/main" id="{9ABC0F89-2797-403D-AE53-7A6BAE7AB408}"/>
              </a:ext>
            </a:extLst>
          </p:cNvPr>
          <p:cNvPicPr>
            <a:picLocks xmlns:a="http://schemas.openxmlformats.org/drawingml/2006/main" noChangeAspect="1"/>
          </p:cNvPicPr>
          <p:nvPr/>
        </p:nvPicPr>
        <p:blipFill>
          <a:blip xmlns:r="http://schemas.openxmlformats.org/officeDocument/2006/relationships" xmlns:a="http://schemas.openxmlformats.org/drawingml/2006/main" r:embed="Rbdec69f2195c4294"/>
          <a:stretch xmlns:a="http://schemas.openxmlformats.org/drawingml/2006/main">
            <a:fillRect l="0" t="0" r="0" b="0"/>
          </a:stretch>
        </p:blipFill>
        <p:spPr>
          <a:xfrm xmlns:a="http://schemas.openxmlformats.org/drawingml/2006/main">
            <a:off x="8620125" y="3721143"/>
            <a:ext cx="3147417" cy="2876739"/>
          </a:xfrm>
          <a:prstGeom xmlns:a="http://schemas.openxmlformats.org/drawingml/2006/main" prst="rect">
            <a:avLst/>
          </a:prstGeom>
        </p:spPr>
      </p:pic>
      <p:sp>
        <p:nvSpPr>
          <p:cNvPr id="3" name="Text Placeholder 2">
            <a:extLst xmlns:a="http://schemas.openxmlformats.org/drawingml/2006/main">
              <a:ext uri="{FF2B5EF4-FFF2-40B4-BE49-F238E27FC236}">
                <a16:creationId xmlns:a16="http://schemas.microsoft.com/office/drawing/2014/main" id="{75D1AE85-185F-66EA-E5FF-B69FAF9CF1F1}"/>
              </a:ext>
            </a:extLst>
          </p:cNvPr>
          <p:cNvSpPr>
            <a:spLocks xmlns:a="http://schemas.openxmlformats.org/drawingml/2006/main" noGrp="1"/>
          </p:cNvSpPr>
          <p:nvPr>
            <p:ph type="body" idx="11"/>
          </p:nvPr>
        </p:nvSpPr>
        <p:spPr>
          <a:xfrm xmlns:a="http://schemas.openxmlformats.org/drawingml/2006/main">
            <a:off x="2836646" y="4285827"/>
            <a:ext cx="4566030" cy="221907"/>
          </a:xfrm>
        </p:spPr>
        <p:txBody>
          <a:bodyPr xmlns:a="http://schemas.openxmlformats.org/drawingml/2006/main" wrap="square">
            <a:spAutoFit/>
          </a:bodyPr>
          <a:lstStyle xmlns:a="http://schemas.openxmlformats.org/drawingml/2006/main">
            <a:lvl1pPr marL="0" marR="0" indent="0" algn="l" defTabSz="1088667">
              <a:lnSpc>
                <a:spcPct val="110000"/>
              </a:lnSpc>
              <a:spcBef>
                <a:spcPts val="0"/>
              </a:spcBef>
              <a:spcAft>
                <a:spcPts val="0"/>
              </a:spcAft>
              <a:buClrTx/>
              <a:buSzTx/>
              <a:buFontTx/>
              <a:buNone/>
              <a:defRPr sz="1400" b="0">
                <a:solidFill>
                  <a:schemeClr val="tx1"/>
                </a:solidFill>
              </a:defRPr>
            </a:lvl1pPr>
          </a:lstStyle>
          <a:p xmlns:a="http://schemas.openxmlformats.org/drawingml/2006/main">
            <a:pPr lvl="0">
              <a:buNone/>
            </a:pPr>
            <a:r>
              <a:t>Click to edit Master text styles</a:t>
            </a:r>
          </a:p>
        </p:txBody>
      </p:sp>
      <p:sp>
        <p:nvSpPr>
          <p:cNvPr id="6" name="Title 12">
            <a:extLst xmlns:a="http://schemas.openxmlformats.org/drawingml/2006/main">
              <a:ext uri="{FF2B5EF4-FFF2-40B4-BE49-F238E27FC236}">
                <a16:creationId xmlns:a16="http://schemas.microsoft.com/office/drawing/2014/main" id="{FFE2BD3F-1647-FE72-D668-DCF5A44AD111}"/>
              </a:ext>
            </a:extLst>
          </p:cNvPr>
          <p:cNvSpPr>
            <a:spLocks xmlns:a="http://schemas.openxmlformats.org/drawingml/2006/main" noGrp="1"/>
          </p:cNvSpPr>
          <p:nvPr>
            <p:ph type="title" idx="0"/>
          </p:nvPr>
        </p:nvSpPr>
        <p:spPr>
          <a:xfrm xmlns:a="http://schemas.openxmlformats.org/drawingml/2006/main">
            <a:off x="2836646" y="3655612"/>
            <a:ext cx="6521882" cy="498598"/>
          </a:xfrm>
        </p:spPr>
        <p:txBody>
          <a:bodyPr xmlns:a="http://schemas.openxmlformats.org/drawingml/2006/main" wrap="square" anchor="b">
            <a:spAutoFit/>
          </a:bodyPr>
          <a:lstStyle xmlns:a="http://schemas.openxmlformats.org/drawingml/2006/main">
            <a:lvl1pPr algn="l">
              <a:lnSpc>
                <a:spcPct val="90000"/>
              </a:lnSpc>
              <a:buNone/>
              <a:defRPr sz="3600" b="1" spc="-30" baseline="0">
                <a:solidFill>
                  <a:schemeClr val="tx1"/>
                </a:solidFill>
                <a:latin typeface="+mj-lt"/>
                <a:ea typeface="+mj-lt"/>
                <a:cs typeface="+mj-lt"/>
              </a:defRPr>
            </a:lvl1pPr>
          </a:lstStyle>
          <a:p xmlns:a="http://schemas.openxmlformats.org/drawingml/2006/main">
            <a:r>
              <a:t>Click to edit Master title style</a:t>
            </a:r>
            <a:endParaRPr/>
          </a:p>
        </p:txBody>
      </p:sp>
    </p:spTree>
  </p:cSld>
</p:sldLayout>
</file>

<file path=ppt/slideLayouts/slideLayout4.xml><?xml version="1.0" encoding="utf-8"?>
<p:sldLayout xmlns:p="http://schemas.openxmlformats.org/presentationml/2006/main" showMasterSp="0" preserve="1" userDrawn="1">
  <p:cSld name="6_Person Introduction">
    <p:bg>
      <p:bgPr>
        <a:solidFill xmlns:a="http://schemas.openxmlformats.org/drawingml/2006/main">
          <a:schemeClr val="accent4">
            <a:lumMod val="50000"/>
          </a:schemeClr>
        </a:solidFill>
      </p:bgPr>
    </p:bg>
    <p:spTree>
      <p:nvGrpSpPr>
        <p:cNvPr id="1" name=""/>
        <p:cNvGrpSpPr/>
        <p:nvPr/>
      </p:nvGrpSpPr>
      <p:grpSpPr>
        <a:xfrm xmlns:a="http://schemas.openxmlformats.org/drawingml/2006/main"/>
      </p:grpSpPr>
      <p:sp>
        <p:nvSpPr>
          <p:cNvPr id="8" name="Freeform 7">
            <a:extLst xmlns:a="http://schemas.openxmlformats.org/drawingml/2006/main">
              <a:ext uri="{FF2B5EF4-FFF2-40B4-BE49-F238E27FC236}">
                <a16:creationId xmlns:a16="http://schemas.microsoft.com/office/drawing/2014/main" id="{48EF1268-B134-7DE5-FB7A-28B52968A208}"/>
              </a:ext>
            </a:extLst>
          </p:cNvPr>
          <p:cNvSpPr>
            <a:spLocks xmlns:a="http://schemas.openxmlformats.org/drawingml/2006/main" noGrp="1"/>
          </p:cNvSpPr>
          <p:nvPr/>
        </p:nvSpPr>
        <p:spPr>
          <a:xfrm xmlns:a="http://schemas.openxmlformats.org/drawingml/2006/main" flipH="1">
            <a:off x="4909745" y="0"/>
            <a:ext cx="7300547" cy="4787900"/>
          </a:xfrm>
          <a:custGeom xmlns:a="http://schemas.openxmlformats.org/drawingml/2006/main">
            <a:rect l="l" t="t" r="r" b="b"/>
            <a:pathLst>
              <a:path w="9425227" h="9653398">
                <a:moveTo>
                  <a:pt x="0" y="0"/>
                </a:moveTo>
                <a:lnTo>
                  <a:pt x="9425227" y="0"/>
                </a:lnTo>
                <a:lnTo>
                  <a:pt x="9425227" y="9653399"/>
                </a:lnTo>
                <a:lnTo>
                  <a:pt x="0" y="9653399"/>
                </a:lnTo>
                <a:lnTo>
                  <a:pt x="0" y="0"/>
                </a:lnTo>
                <a:close/>
              </a:path>
            </a:pathLst>
          </a:custGeom>
          <a:blipFill xmlns:a="http://schemas.openxmlformats.org/drawingml/2006/main">
            <a:blip xmlns:r="http://schemas.openxmlformats.org/officeDocument/2006/relationships" r:embed="R301c85f8bd124469">
              <a:alphaModFix amt="60000"/>
              <a:lum bright="70000" contrast="-70000"/>
              <a:extLst>
                <a:ext uri="{96DAC541-7B7A-43D3-8B79-37D633B846F1}">
                  <asvg:svgBlip xmlns:asvg="http://schemas.microsoft.com/office/drawing/2016/SVG/main" r:embed="R0de30c6d3a7f4965"/>
                </a:ext>
              </a:extLst>
            </a:blip>
            <a:stretch>
              <a:fillRect l="-40231" t="-43892" r="16951" b="10832"/>
            </a:stretch>
          </a:blipFill>
        </p:spPr>
        <p:txBody>
          <a:bodyPr xmlns:a="http://schemas.openxmlformats.org/drawingml/2006/main"/>
          <a:lstStyle xmlns:a="http://schemas.openxmlformats.org/drawingml/2006/main"/>
          <a:p xmlns:a="http://schemas.openxmlformats.org/drawingml/2006/main">
            <a:pPr marL="0" marR="0" lvl="0" indent="0" algn="l" defTabSz="914400">
              <a:lnSpc>
                <a:spcPct val="100000"/>
              </a:lnSpc>
              <a:spcBef>
                <a:spcPct val="0"/>
              </a:spcBef>
              <a:spcAft>
                <a:spcPct val="0"/>
              </a:spcAft>
              <a:buClrTx/>
              <a:buSzTx/>
              <a:buFontTx/>
              <a:buNone/>
            </a:pPr>
            <a:endParaRPr sz="1800" b="0" i="0" u="none" strike="noStrike" kern="1200" cap="none" spc="0" baseline="0">
              <a:ln>
                <a:noFill/>
              </a:ln>
              <a:solidFill>
                <a:srgbClr val="000000"/>
              </a:solidFill>
              <a:highlight>
                <a:srgbClr val="FFFF00"/>
              </a:highlight>
              <a:latin typeface="Arial"/>
              <a:ea typeface="Arial"/>
              <a:cs typeface="Arial"/>
            </a:endParaRPr>
          </a:p>
        </p:txBody>
      </p:sp>
      <p:pic>
        <p:nvPicPr>
          <p:cNvPr id="3" name="Picture 2">
            <a:extLst xmlns:a="http://schemas.openxmlformats.org/drawingml/2006/main">
              <a:ext uri="{FF2B5EF4-FFF2-40B4-BE49-F238E27FC236}">
                <a16:creationId xmlns:a16="http://schemas.microsoft.com/office/drawing/2014/main" id="{3A2E2088-BCC8-4DD4-9BC3-2215F6A57665}"/>
              </a:ext>
            </a:extLst>
          </p:cNvPr>
          <p:cNvPicPr>
            <a:picLocks xmlns:a="http://schemas.openxmlformats.org/drawingml/2006/main" noChangeAspect="1"/>
          </p:cNvPicPr>
          <p:nvPr/>
        </p:nvPicPr>
        <p:blipFill>
          <a:blip xmlns:r="http://schemas.openxmlformats.org/officeDocument/2006/relationships" xmlns:a="http://schemas.openxmlformats.org/drawingml/2006/main" r:embed="R2601bca10f6149dd"/>
          <a:stretch xmlns:a="http://schemas.openxmlformats.org/drawingml/2006/main">
            <a:fillRect l="0" t="0" r="0" b="0"/>
          </a:stretch>
        </p:blipFill>
        <p:spPr>
          <a:xfrm xmlns:a="http://schemas.openxmlformats.org/drawingml/2006/main">
            <a:off x="192931" y="189435"/>
            <a:ext cx="2087049" cy="576063"/>
          </a:xfrm>
          <a:prstGeom xmlns:a="http://schemas.openxmlformats.org/drawingml/2006/main" prst="rect">
            <a:avLst/>
          </a:prstGeom>
        </p:spPr>
      </p:pic>
      <p:sp>
        <p:nvSpPr>
          <p:cNvPr id="5" name="Freeform 7">
            <a:extLst xmlns:a="http://schemas.openxmlformats.org/drawingml/2006/main">
              <a:ext uri="{FF2B5EF4-FFF2-40B4-BE49-F238E27FC236}">
                <a16:creationId xmlns:a16="http://schemas.microsoft.com/office/drawing/2014/main" id="{E6CF3C2B-C14B-60FA-98B2-8844AF22B5D8}"/>
              </a:ext>
            </a:extLst>
          </p:cNvPr>
          <p:cNvSpPr>
            <a:spLocks xmlns:a="http://schemas.openxmlformats.org/drawingml/2006/main" noGrp="1"/>
          </p:cNvSpPr>
          <p:nvPr/>
        </p:nvSpPr>
        <p:spPr>
          <a:xfrm xmlns:a="http://schemas.openxmlformats.org/drawingml/2006/main">
            <a:off x="-781310" y="2648525"/>
            <a:ext cx="2880997" cy="4116311"/>
          </a:xfrm>
          <a:custGeom xmlns:a="http://schemas.openxmlformats.org/drawingml/2006/main">
            <a:gdLst>
              <a:gd name="connsiteX0" fmla="*/ 0 w 3498574"/>
              <a:gd name="connsiteY0" fmla="*/ 533873 h 5009322"/>
              <a:gd name="connsiteX1" fmla="*/ 1965108 w 3498574"/>
              <a:gd name="connsiteY1" fmla="*/ 2498981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53550 w 3498574"/>
              <a:gd name="connsiteY1" fmla="*/ 2482688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41992 w 3498574"/>
              <a:gd name="connsiteY1" fmla="*/ 2497200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465050 w 3509263"/>
              <a:gd name="connsiteY9" fmla="*/ 102231 h 5009322"/>
              <a:gd name="connsiteX10" fmla="*/ 0 w 3509263"/>
              <a:gd name="connsiteY10" fmla="*/ 538314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397553 w 3509263"/>
              <a:gd name="connsiteY9" fmla="*/ 157556 h 5009322"/>
              <a:gd name="connsiteX10" fmla="*/ 0 w 3509263"/>
              <a:gd name="connsiteY10" fmla="*/ 538314 h 5009322"/>
              <a:gd name="connsiteX0" fmla="*/ 0 w 3509263"/>
              <a:gd name="connsiteY0" fmla="*/ 865832 h 5336840"/>
              <a:gd name="connsiteX1" fmla="*/ 1952681 w 3509263"/>
              <a:gd name="connsiteY1" fmla="*/ 2824718 h 5336840"/>
              <a:gd name="connsiteX2" fmla="*/ 10689 w 3509263"/>
              <a:gd name="connsiteY2" fmla="*/ 4791607 h 5336840"/>
              <a:gd name="connsiteX3" fmla="*/ 430973 w 3509263"/>
              <a:gd name="connsiteY3" fmla="*/ 5234609 h 5336840"/>
              <a:gd name="connsiteX4" fmla="*/ 771743 w 3509263"/>
              <a:gd name="connsiteY4" fmla="*/ 5336840 h 5336840"/>
              <a:gd name="connsiteX5" fmla="*/ 1135231 w 3509263"/>
              <a:gd name="connsiteY5" fmla="*/ 5211891 h 5336840"/>
              <a:gd name="connsiteX6" fmla="*/ 3509263 w 3509263"/>
              <a:gd name="connsiteY6" fmla="*/ 2837858 h 5336840"/>
              <a:gd name="connsiteX7" fmla="*/ 1078436 w 3509263"/>
              <a:gd name="connsiteY7" fmla="*/ 418390 h 5336840"/>
              <a:gd name="connsiteX8" fmla="*/ 737666 w 3509263"/>
              <a:gd name="connsiteY8" fmla="*/ 327518 h 5336840"/>
              <a:gd name="connsiteX9" fmla="*/ 397553 w 3509263"/>
              <a:gd name="connsiteY9" fmla="*/ 485074 h 5336840"/>
              <a:gd name="connsiteX10" fmla="*/ 0 w 3509263"/>
              <a:gd name="connsiteY10" fmla="*/ 865832 h 5336840"/>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2840 h 5013848"/>
              <a:gd name="connsiteX1" fmla="*/ 1952681 w 3509263"/>
              <a:gd name="connsiteY1" fmla="*/ 2501726 h 5013848"/>
              <a:gd name="connsiteX2" fmla="*/ 10689 w 3509263"/>
              <a:gd name="connsiteY2" fmla="*/ 4468615 h 5013848"/>
              <a:gd name="connsiteX3" fmla="*/ 430973 w 3509263"/>
              <a:gd name="connsiteY3" fmla="*/ 4911617 h 5013848"/>
              <a:gd name="connsiteX4" fmla="*/ 771743 w 3509263"/>
              <a:gd name="connsiteY4" fmla="*/ 5013848 h 5013848"/>
              <a:gd name="connsiteX5" fmla="*/ 1135231 w 3509263"/>
              <a:gd name="connsiteY5" fmla="*/ 4888899 h 5013848"/>
              <a:gd name="connsiteX6" fmla="*/ 3509263 w 3509263"/>
              <a:gd name="connsiteY6" fmla="*/ 2514866 h 5013848"/>
              <a:gd name="connsiteX7" fmla="*/ 1117296 w 3509263"/>
              <a:gd name="connsiteY7" fmla="*/ 134923 h 5013848"/>
              <a:gd name="connsiteX8" fmla="*/ 737666 w 3509263"/>
              <a:gd name="connsiteY8" fmla="*/ 4526 h 5013848"/>
              <a:gd name="connsiteX9" fmla="*/ 397553 w 3509263"/>
              <a:gd name="connsiteY9" fmla="*/ 162082 h 5013848"/>
              <a:gd name="connsiteX10" fmla="*/ 0 w 3509263"/>
              <a:gd name="connsiteY10" fmla="*/ 542840 h 5013848"/>
              <a:gd name="connsiteX0" fmla="*/ 0 w 3509263"/>
              <a:gd name="connsiteY0" fmla="*/ 526104 h 4997112"/>
              <a:gd name="connsiteX1" fmla="*/ 1952681 w 3509263"/>
              <a:gd name="connsiteY1" fmla="*/ 2484990 h 4997112"/>
              <a:gd name="connsiteX2" fmla="*/ 10689 w 3509263"/>
              <a:gd name="connsiteY2" fmla="*/ 4451879 h 4997112"/>
              <a:gd name="connsiteX3" fmla="*/ 430973 w 3509263"/>
              <a:gd name="connsiteY3" fmla="*/ 4894881 h 4997112"/>
              <a:gd name="connsiteX4" fmla="*/ 771743 w 3509263"/>
              <a:gd name="connsiteY4" fmla="*/ 4997112 h 4997112"/>
              <a:gd name="connsiteX5" fmla="*/ 1135231 w 3509263"/>
              <a:gd name="connsiteY5" fmla="*/ 4872163 h 4997112"/>
              <a:gd name="connsiteX6" fmla="*/ 3509263 w 3509263"/>
              <a:gd name="connsiteY6" fmla="*/ 2498130 h 4997112"/>
              <a:gd name="connsiteX7" fmla="*/ 1117296 w 3509263"/>
              <a:gd name="connsiteY7" fmla="*/ 118187 h 4997112"/>
              <a:gd name="connsiteX8" fmla="*/ 753426 w 3509263"/>
              <a:gd name="connsiteY8" fmla="*/ 4526 h 4997112"/>
              <a:gd name="connsiteX9" fmla="*/ 397553 w 3509263"/>
              <a:gd name="connsiteY9" fmla="*/ 145346 h 4997112"/>
              <a:gd name="connsiteX10" fmla="*/ 0 w 3509263"/>
              <a:gd name="connsiteY10" fmla="*/ 526104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64742 w 3500203"/>
              <a:gd name="connsiteY1" fmla="*/ 25023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5110 w 3505313"/>
              <a:gd name="connsiteY0" fmla="*/ 531610 h 4997112"/>
              <a:gd name="connsiteX1" fmla="*/ 1969852 w 3505313"/>
              <a:gd name="connsiteY1" fmla="*/ 2502390 h 4997112"/>
              <a:gd name="connsiteX2" fmla="*/ 0 w 3505313"/>
              <a:gd name="connsiteY2" fmla="*/ 4481321 h 4997112"/>
              <a:gd name="connsiteX3" fmla="*/ 427023 w 3505313"/>
              <a:gd name="connsiteY3" fmla="*/ 4894881 h 4997112"/>
              <a:gd name="connsiteX4" fmla="*/ 767793 w 3505313"/>
              <a:gd name="connsiteY4" fmla="*/ 4997112 h 4997112"/>
              <a:gd name="connsiteX5" fmla="*/ 1131281 w 3505313"/>
              <a:gd name="connsiteY5" fmla="*/ 4872163 h 4997112"/>
              <a:gd name="connsiteX6" fmla="*/ 3505313 w 3505313"/>
              <a:gd name="connsiteY6" fmla="*/ 2498130 h 4997112"/>
              <a:gd name="connsiteX7" fmla="*/ 1113346 w 3505313"/>
              <a:gd name="connsiteY7" fmla="*/ 118187 h 4997112"/>
              <a:gd name="connsiteX8" fmla="*/ 749476 w 3505313"/>
              <a:gd name="connsiteY8" fmla="*/ 4526 h 4997112"/>
              <a:gd name="connsiteX9" fmla="*/ 393603 w 3505313"/>
              <a:gd name="connsiteY9" fmla="*/ 145346 h 4997112"/>
              <a:gd name="connsiteX10" fmla="*/ 5110 w 3505313"/>
              <a:gd name="connsiteY10" fmla="*/ 531610 h 4997112"/>
              <a:gd name="connsiteX0" fmla="*/ 5110 w 3505313"/>
              <a:gd name="connsiteY0" fmla="*/ 531610 h 5288660"/>
              <a:gd name="connsiteX1" fmla="*/ 1969852 w 3505313"/>
              <a:gd name="connsiteY1" fmla="*/ 2502390 h 5288660"/>
              <a:gd name="connsiteX2" fmla="*/ 0 w 3505313"/>
              <a:gd name="connsiteY2" fmla="*/ 4481321 h 5288660"/>
              <a:gd name="connsiteX3" fmla="*/ 427023 w 3505313"/>
              <a:gd name="connsiteY3" fmla="*/ 4894881 h 5288660"/>
              <a:gd name="connsiteX4" fmla="*/ 767793 w 3505313"/>
              <a:gd name="connsiteY4" fmla="*/ 4997112 h 5288660"/>
              <a:gd name="connsiteX5" fmla="*/ 1131281 w 3505313"/>
              <a:gd name="connsiteY5" fmla="*/ 4872163 h 5288660"/>
              <a:gd name="connsiteX6" fmla="*/ 3505313 w 3505313"/>
              <a:gd name="connsiteY6" fmla="*/ 2498130 h 5288660"/>
              <a:gd name="connsiteX7" fmla="*/ 1113346 w 3505313"/>
              <a:gd name="connsiteY7" fmla="*/ 118187 h 5288660"/>
              <a:gd name="connsiteX8" fmla="*/ 749476 w 3505313"/>
              <a:gd name="connsiteY8" fmla="*/ 4526 h 5288660"/>
              <a:gd name="connsiteX9" fmla="*/ 393603 w 3505313"/>
              <a:gd name="connsiteY9" fmla="*/ 145346 h 5288660"/>
              <a:gd name="connsiteX10" fmla="*/ 5110 w 3505313"/>
              <a:gd name="connsiteY10" fmla="*/ 531610 h 5288660"/>
              <a:gd name="connsiteX0" fmla="*/ 5110 w 3505313"/>
              <a:gd name="connsiteY0" fmla="*/ 531610 h 5000898"/>
              <a:gd name="connsiteX1" fmla="*/ 1969852 w 3505313"/>
              <a:gd name="connsiteY1" fmla="*/ 2502390 h 5000898"/>
              <a:gd name="connsiteX2" fmla="*/ 0 w 3505313"/>
              <a:gd name="connsiteY2" fmla="*/ 4481321 h 5000898"/>
              <a:gd name="connsiteX3" fmla="*/ 427023 w 3505313"/>
              <a:gd name="connsiteY3" fmla="*/ 4894881 h 5000898"/>
              <a:gd name="connsiteX4" fmla="*/ 767793 w 3505313"/>
              <a:gd name="connsiteY4" fmla="*/ 4997112 h 5000898"/>
              <a:gd name="connsiteX5" fmla="*/ 1131281 w 3505313"/>
              <a:gd name="connsiteY5" fmla="*/ 4872163 h 5000898"/>
              <a:gd name="connsiteX6" fmla="*/ 3505313 w 3505313"/>
              <a:gd name="connsiteY6" fmla="*/ 2498130 h 5000898"/>
              <a:gd name="connsiteX7" fmla="*/ 1113346 w 3505313"/>
              <a:gd name="connsiteY7" fmla="*/ 118187 h 5000898"/>
              <a:gd name="connsiteX8" fmla="*/ 749476 w 3505313"/>
              <a:gd name="connsiteY8" fmla="*/ 4526 h 5000898"/>
              <a:gd name="connsiteX9" fmla="*/ 393603 w 3505313"/>
              <a:gd name="connsiteY9" fmla="*/ 145346 h 5000898"/>
              <a:gd name="connsiteX10" fmla="*/ 5110 w 3505313"/>
              <a:gd name="connsiteY10" fmla="*/ 531610 h 5000898"/>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29652 h 5005303"/>
              <a:gd name="connsiteX1" fmla="*/ 1969852 w 3505313"/>
              <a:gd name="connsiteY1" fmla="*/ 2500432 h 5005303"/>
              <a:gd name="connsiteX2" fmla="*/ 0 w 3505313"/>
              <a:gd name="connsiteY2" fmla="*/ 4479363 h 5005303"/>
              <a:gd name="connsiteX3" fmla="*/ 427023 w 3505313"/>
              <a:gd name="connsiteY3" fmla="*/ 4892923 h 5005303"/>
              <a:gd name="connsiteX4" fmla="*/ 787503 w 3505313"/>
              <a:gd name="connsiteY4" fmla="*/ 5001517 h 5005303"/>
              <a:gd name="connsiteX5" fmla="*/ 1131281 w 3505313"/>
              <a:gd name="connsiteY5" fmla="*/ 4870205 h 5005303"/>
              <a:gd name="connsiteX6" fmla="*/ 3505313 w 3505313"/>
              <a:gd name="connsiteY6" fmla="*/ 2496172 h 5005303"/>
              <a:gd name="connsiteX7" fmla="*/ 1160106 w 3505313"/>
              <a:gd name="connsiteY7" fmla="*/ 158794 h 5005303"/>
              <a:gd name="connsiteX8" fmla="*/ 749476 w 3505313"/>
              <a:gd name="connsiteY8" fmla="*/ 2568 h 5005303"/>
              <a:gd name="connsiteX9" fmla="*/ 393603 w 3505313"/>
              <a:gd name="connsiteY9" fmla="*/ 143388 h 5005303"/>
              <a:gd name="connsiteX10" fmla="*/ 5110 w 3505313"/>
              <a:gd name="connsiteY10" fmla="*/ 529652 h 5005303"/>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416 h 5008067"/>
              <a:gd name="connsiteX1" fmla="*/ 1969852 w 3505313"/>
              <a:gd name="connsiteY1" fmla="*/ 2503196 h 5008067"/>
              <a:gd name="connsiteX2" fmla="*/ 0 w 3505313"/>
              <a:gd name="connsiteY2" fmla="*/ 4482127 h 5008067"/>
              <a:gd name="connsiteX3" fmla="*/ 427023 w 3505313"/>
              <a:gd name="connsiteY3" fmla="*/ 4895687 h 5008067"/>
              <a:gd name="connsiteX4" fmla="*/ 787503 w 3505313"/>
              <a:gd name="connsiteY4" fmla="*/ 5004281 h 5008067"/>
              <a:gd name="connsiteX5" fmla="*/ 1131281 w 3505313"/>
              <a:gd name="connsiteY5" fmla="*/ 4872969 h 5008067"/>
              <a:gd name="connsiteX6" fmla="*/ 3505313 w 3505313"/>
              <a:gd name="connsiteY6" fmla="*/ 2498936 h 5008067"/>
              <a:gd name="connsiteX7" fmla="*/ 1160106 w 3505313"/>
              <a:gd name="connsiteY7" fmla="*/ 161558 h 5008067"/>
              <a:gd name="connsiteX8" fmla="*/ 796836 w 3505313"/>
              <a:gd name="connsiteY8" fmla="*/ 2318 h 5008067"/>
              <a:gd name="connsiteX9" fmla="*/ 393603 w 3505313"/>
              <a:gd name="connsiteY9" fmla="*/ 146152 h 5008067"/>
              <a:gd name="connsiteX10" fmla="*/ 5110 w 3505313"/>
              <a:gd name="connsiteY10" fmla="*/ 532416 h 500806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Lst>
            <a:rect l="l" t="t" r="r" b="b"/>
            <a:pathLst>
              <a:path w="3505313" h="5008317">
                <a:moveTo>
                  <a:pt x="5110" y="532666"/>
                </a:moveTo>
                <a:lnTo>
                  <a:pt x="1969852" y="2503446"/>
                </a:lnTo>
                <a:lnTo>
                  <a:pt x="0" y="4482377"/>
                </a:lnTo>
                <a:lnTo>
                  <a:pt x="427023" y="4895937"/>
                </a:lnTo>
                <a:cubicBezTo>
                  <a:pt x="510281" y="4969426"/>
                  <a:pt x="670127" y="5008317"/>
                  <a:pt x="787503" y="5004531"/>
                </a:cubicBezTo>
                <a:cubicBezTo>
                  <a:pt x="904879" y="5000745"/>
                  <a:pt x="1004011" y="4978861"/>
                  <a:pt x="1131281" y="4873219"/>
                </a:cubicBezTo>
                <a:lnTo>
                  <a:pt x="3505313" y="2499186"/>
                </a:lnTo>
                <a:lnTo>
                  <a:pt x="1160106" y="161808"/>
                </a:lnTo>
                <a:cubicBezTo>
                  <a:pt x="1068649" y="89635"/>
                  <a:pt x="968345" y="5136"/>
                  <a:pt x="796836" y="2568"/>
                </a:cubicBezTo>
                <a:cubicBezTo>
                  <a:pt x="625327" y="0"/>
                  <a:pt x="475789" y="68559"/>
                  <a:pt x="393603" y="146402"/>
                </a:cubicBezTo>
                <a:lnTo>
                  <a:pt x="5110" y="532666"/>
                </a:lnTo>
                <a:close/>
              </a:path>
            </a:pathLst>
          </a:custGeom>
          <a:solidFill xmlns:a="http://schemas.openxmlformats.org/drawingml/2006/main">
            <a:schemeClr val="accent4">
              <a:lumMod val="20000"/>
              <a:lumOff val="80000"/>
            </a:schemeClr>
          </a:solidFill>
          <a:ln xmlns:a="http://schemas.openxmlformats.org/drawingml/2006/main" w="317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lvl1pPr algn="l">
              <a:spcBef>
                <a:spcPct val="0"/>
              </a:spcBef>
              <a:spcAft>
                <a:spcPct val="0"/>
              </a:spcAft>
              <a:buNone/>
              <a:defRPr kern="1200">
                <a:solidFill>
                  <a:schemeClr val="tx1"/>
                </a:solidFill>
                <a:latin typeface="Arial"/>
                <a:ea typeface="Arial"/>
                <a:cs typeface="Arial"/>
              </a:defRPr>
            </a:lvl1pPr>
            <a:lvl2pPr marL="544225" algn="l">
              <a:spcBef>
                <a:spcPct val="0"/>
              </a:spcBef>
              <a:spcAft>
                <a:spcPct val="0"/>
              </a:spcAft>
              <a:buNone/>
              <a:defRPr kern="1200">
                <a:solidFill>
                  <a:schemeClr val="tx1"/>
                </a:solidFill>
                <a:latin typeface="Arial"/>
                <a:ea typeface="Arial"/>
                <a:cs typeface="Arial"/>
              </a:defRPr>
            </a:lvl2pPr>
            <a:lvl3pPr marL="1088449" algn="l">
              <a:spcBef>
                <a:spcPct val="0"/>
              </a:spcBef>
              <a:spcAft>
                <a:spcPct val="0"/>
              </a:spcAft>
              <a:buNone/>
              <a:defRPr kern="1200">
                <a:solidFill>
                  <a:schemeClr val="tx1"/>
                </a:solidFill>
                <a:latin typeface="Arial"/>
                <a:ea typeface="Arial"/>
                <a:cs typeface="Arial"/>
              </a:defRPr>
            </a:lvl3pPr>
            <a:lvl4pPr marL="1632674" algn="l">
              <a:spcBef>
                <a:spcPct val="0"/>
              </a:spcBef>
              <a:spcAft>
                <a:spcPct val="0"/>
              </a:spcAft>
              <a:buNone/>
              <a:defRPr kern="1200">
                <a:solidFill>
                  <a:schemeClr val="tx1"/>
                </a:solidFill>
                <a:latin typeface="Arial"/>
                <a:ea typeface="Arial"/>
                <a:cs typeface="Arial"/>
              </a:defRPr>
            </a:lvl4pPr>
            <a:lvl5pPr marL="2176899" algn="l">
              <a:spcBef>
                <a:spcPct val="0"/>
              </a:spcBef>
              <a:spcAft>
                <a:spcPct val="0"/>
              </a:spcAft>
              <a:buNone/>
              <a:defRPr kern="1200">
                <a:solidFill>
                  <a:schemeClr val="tx1"/>
                </a:solidFill>
                <a:latin typeface="Arial"/>
                <a:ea typeface="Arial"/>
                <a:cs typeface="Arial"/>
              </a:defRPr>
            </a:lvl5pPr>
            <a:lvl6pPr marL="2721123" algn="l" defTabSz="1088449">
              <a:buNone/>
              <a:defRPr kern="1200">
                <a:solidFill>
                  <a:schemeClr val="tx1"/>
                </a:solidFill>
                <a:latin typeface="Arial"/>
                <a:ea typeface="Arial"/>
                <a:cs typeface="Arial"/>
              </a:defRPr>
            </a:lvl6pPr>
            <a:lvl7pPr marL="3265348" algn="l" defTabSz="1088449">
              <a:buNone/>
              <a:defRPr kern="1200">
                <a:solidFill>
                  <a:schemeClr val="tx1"/>
                </a:solidFill>
                <a:latin typeface="Arial"/>
                <a:ea typeface="Arial"/>
                <a:cs typeface="Arial"/>
              </a:defRPr>
            </a:lvl7pPr>
            <a:lvl8pPr marL="3809573" algn="l" defTabSz="1088449">
              <a:buNone/>
              <a:defRPr kern="1200">
                <a:solidFill>
                  <a:schemeClr val="tx1"/>
                </a:solidFill>
                <a:latin typeface="Arial"/>
                <a:ea typeface="Arial"/>
                <a:cs typeface="Arial"/>
              </a:defRPr>
            </a:lvl8pPr>
            <a:lvl9pPr marL="4353797" algn="l" defTabSz="1088449">
              <a:buNone/>
              <a:defRPr kern="1200">
                <a:solidFill>
                  <a:schemeClr val="tx1"/>
                </a:solidFill>
                <a:latin typeface="Arial"/>
                <a:ea typeface="Arial"/>
                <a:cs typeface="Arial"/>
              </a:defRPr>
            </a:lvl9pPr>
          </a:lstStyle>
          <a:p xmlns:a="http://schemas.openxmlformats.org/drawingml/2006/main">
            <a:pPr algn="ctr">
              <a:spcBef>
                <a:spcPct val="0"/>
              </a:spcBef>
              <a:spcAft>
                <a:spcPct val="0"/>
              </a:spcAft>
              <a:buNone/>
            </a:pPr>
            <a:endParaRPr kern="1200">
              <a:solidFill>
                <a:schemeClr val="lt1"/>
              </a:solidFill>
              <a:latin typeface="+mn-lt"/>
              <a:ea typeface="+mn-lt"/>
              <a:cs typeface="+mn-lt"/>
            </a:endParaRPr>
          </a:p>
        </p:txBody>
      </p:sp>
      <p:sp>
        <p:nvSpPr>
          <p:cNvPr id="6" name="Freeform 9">
            <a:extLst xmlns:a="http://schemas.openxmlformats.org/drawingml/2006/main">
              <a:ext uri="{FF2B5EF4-FFF2-40B4-BE49-F238E27FC236}">
                <a16:creationId xmlns:a16="http://schemas.microsoft.com/office/drawing/2014/main" id="{C70C558B-11F8-04C9-37B3-21462C13F35F}"/>
              </a:ext>
            </a:extLst>
          </p:cNvPr>
          <p:cNvSpPr>
            <a:spLocks xmlns:a="http://schemas.openxmlformats.org/drawingml/2006/main" noGrp="1"/>
          </p:cNvSpPr>
          <p:nvPr/>
        </p:nvSpPr>
        <p:spPr>
          <a:xfrm xmlns:a="http://schemas.openxmlformats.org/drawingml/2006/main" rot="10800000" flipH="1">
            <a:off x="1207051" y="3145857"/>
            <a:ext cx="1092420" cy="1560823"/>
          </a:xfrm>
          <a:custGeom xmlns:a="http://schemas.openxmlformats.org/drawingml/2006/main">
            <a:gdLst>
              <a:gd name="connsiteX0" fmla="*/ 0 w 3498574"/>
              <a:gd name="connsiteY0" fmla="*/ 533873 h 5009322"/>
              <a:gd name="connsiteX1" fmla="*/ 1965108 w 3498574"/>
              <a:gd name="connsiteY1" fmla="*/ 2498981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53550 w 3498574"/>
              <a:gd name="connsiteY1" fmla="*/ 2482688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41992 w 3498574"/>
              <a:gd name="connsiteY1" fmla="*/ 2497200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465050 w 3509263"/>
              <a:gd name="connsiteY9" fmla="*/ 102231 h 5009322"/>
              <a:gd name="connsiteX10" fmla="*/ 0 w 3509263"/>
              <a:gd name="connsiteY10" fmla="*/ 538314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397553 w 3509263"/>
              <a:gd name="connsiteY9" fmla="*/ 157556 h 5009322"/>
              <a:gd name="connsiteX10" fmla="*/ 0 w 3509263"/>
              <a:gd name="connsiteY10" fmla="*/ 538314 h 5009322"/>
              <a:gd name="connsiteX0" fmla="*/ 0 w 3509263"/>
              <a:gd name="connsiteY0" fmla="*/ 865832 h 5336840"/>
              <a:gd name="connsiteX1" fmla="*/ 1952681 w 3509263"/>
              <a:gd name="connsiteY1" fmla="*/ 2824718 h 5336840"/>
              <a:gd name="connsiteX2" fmla="*/ 10689 w 3509263"/>
              <a:gd name="connsiteY2" fmla="*/ 4791607 h 5336840"/>
              <a:gd name="connsiteX3" fmla="*/ 430973 w 3509263"/>
              <a:gd name="connsiteY3" fmla="*/ 5234609 h 5336840"/>
              <a:gd name="connsiteX4" fmla="*/ 771743 w 3509263"/>
              <a:gd name="connsiteY4" fmla="*/ 5336840 h 5336840"/>
              <a:gd name="connsiteX5" fmla="*/ 1135231 w 3509263"/>
              <a:gd name="connsiteY5" fmla="*/ 5211891 h 5336840"/>
              <a:gd name="connsiteX6" fmla="*/ 3509263 w 3509263"/>
              <a:gd name="connsiteY6" fmla="*/ 2837858 h 5336840"/>
              <a:gd name="connsiteX7" fmla="*/ 1078436 w 3509263"/>
              <a:gd name="connsiteY7" fmla="*/ 418390 h 5336840"/>
              <a:gd name="connsiteX8" fmla="*/ 737666 w 3509263"/>
              <a:gd name="connsiteY8" fmla="*/ 327518 h 5336840"/>
              <a:gd name="connsiteX9" fmla="*/ 397553 w 3509263"/>
              <a:gd name="connsiteY9" fmla="*/ 485074 h 5336840"/>
              <a:gd name="connsiteX10" fmla="*/ 0 w 3509263"/>
              <a:gd name="connsiteY10" fmla="*/ 865832 h 5336840"/>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2840 h 5013848"/>
              <a:gd name="connsiteX1" fmla="*/ 1952681 w 3509263"/>
              <a:gd name="connsiteY1" fmla="*/ 2501726 h 5013848"/>
              <a:gd name="connsiteX2" fmla="*/ 10689 w 3509263"/>
              <a:gd name="connsiteY2" fmla="*/ 4468615 h 5013848"/>
              <a:gd name="connsiteX3" fmla="*/ 430973 w 3509263"/>
              <a:gd name="connsiteY3" fmla="*/ 4911617 h 5013848"/>
              <a:gd name="connsiteX4" fmla="*/ 771743 w 3509263"/>
              <a:gd name="connsiteY4" fmla="*/ 5013848 h 5013848"/>
              <a:gd name="connsiteX5" fmla="*/ 1135231 w 3509263"/>
              <a:gd name="connsiteY5" fmla="*/ 4888899 h 5013848"/>
              <a:gd name="connsiteX6" fmla="*/ 3509263 w 3509263"/>
              <a:gd name="connsiteY6" fmla="*/ 2514866 h 5013848"/>
              <a:gd name="connsiteX7" fmla="*/ 1117296 w 3509263"/>
              <a:gd name="connsiteY7" fmla="*/ 134923 h 5013848"/>
              <a:gd name="connsiteX8" fmla="*/ 737666 w 3509263"/>
              <a:gd name="connsiteY8" fmla="*/ 4526 h 5013848"/>
              <a:gd name="connsiteX9" fmla="*/ 397553 w 3509263"/>
              <a:gd name="connsiteY9" fmla="*/ 162082 h 5013848"/>
              <a:gd name="connsiteX10" fmla="*/ 0 w 3509263"/>
              <a:gd name="connsiteY10" fmla="*/ 542840 h 5013848"/>
              <a:gd name="connsiteX0" fmla="*/ 0 w 3509263"/>
              <a:gd name="connsiteY0" fmla="*/ 526104 h 4997112"/>
              <a:gd name="connsiteX1" fmla="*/ 1952681 w 3509263"/>
              <a:gd name="connsiteY1" fmla="*/ 2484990 h 4997112"/>
              <a:gd name="connsiteX2" fmla="*/ 10689 w 3509263"/>
              <a:gd name="connsiteY2" fmla="*/ 4451879 h 4997112"/>
              <a:gd name="connsiteX3" fmla="*/ 430973 w 3509263"/>
              <a:gd name="connsiteY3" fmla="*/ 4894881 h 4997112"/>
              <a:gd name="connsiteX4" fmla="*/ 771743 w 3509263"/>
              <a:gd name="connsiteY4" fmla="*/ 4997112 h 4997112"/>
              <a:gd name="connsiteX5" fmla="*/ 1135231 w 3509263"/>
              <a:gd name="connsiteY5" fmla="*/ 4872163 h 4997112"/>
              <a:gd name="connsiteX6" fmla="*/ 3509263 w 3509263"/>
              <a:gd name="connsiteY6" fmla="*/ 2498130 h 4997112"/>
              <a:gd name="connsiteX7" fmla="*/ 1117296 w 3509263"/>
              <a:gd name="connsiteY7" fmla="*/ 118187 h 4997112"/>
              <a:gd name="connsiteX8" fmla="*/ 753426 w 3509263"/>
              <a:gd name="connsiteY8" fmla="*/ 4526 h 4997112"/>
              <a:gd name="connsiteX9" fmla="*/ 397553 w 3509263"/>
              <a:gd name="connsiteY9" fmla="*/ 145346 h 4997112"/>
              <a:gd name="connsiteX10" fmla="*/ 0 w 3509263"/>
              <a:gd name="connsiteY10" fmla="*/ 526104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64742 w 3500203"/>
              <a:gd name="connsiteY1" fmla="*/ 25023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5110 w 3505313"/>
              <a:gd name="connsiteY0" fmla="*/ 531610 h 4997112"/>
              <a:gd name="connsiteX1" fmla="*/ 1969852 w 3505313"/>
              <a:gd name="connsiteY1" fmla="*/ 2502390 h 4997112"/>
              <a:gd name="connsiteX2" fmla="*/ 0 w 3505313"/>
              <a:gd name="connsiteY2" fmla="*/ 4481321 h 4997112"/>
              <a:gd name="connsiteX3" fmla="*/ 427023 w 3505313"/>
              <a:gd name="connsiteY3" fmla="*/ 4894881 h 4997112"/>
              <a:gd name="connsiteX4" fmla="*/ 767793 w 3505313"/>
              <a:gd name="connsiteY4" fmla="*/ 4997112 h 4997112"/>
              <a:gd name="connsiteX5" fmla="*/ 1131281 w 3505313"/>
              <a:gd name="connsiteY5" fmla="*/ 4872163 h 4997112"/>
              <a:gd name="connsiteX6" fmla="*/ 3505313 w 3505313"/>
              <a:gd name="connsiteY6" fmla="*/ 2498130 h 4997112"/>
              <a:gd name="connsiteX7" fmla="*/ 1113346 w 3505313"/>
              <a:gd name="connsiteY7" fmla="*/ 118187 h 4997112"/>
              <a:gd name="connsiteX8" fmla="*/ 749476 w 3505313"/>
              <a:gd name="connsiteY8" fmla="*/ 4526 h 4997112"/>
              <a:gd name="connsiteX9" fmla="*/ 393603 w 3505313"/>
              <a:gd name="connsiteY9" fmla="*/ 145346 h 4997112"/>
              <a:gd name="connsiteX10" fmla="*/ 5110 w 3505313"/>
              <a:gd name="connsiteY10" fmla="*/ 531610 h 4997112"/>
              <a:gd name="connsiteX0" fmla="*/ 5110 w 3505313"/>
              <a:gd name="connsiteY0" fmla="*/ 531610 h 5288660"/>
              <a:gd name="connsiteX1" fmla="*/ 1969852 w 3505313"/>
              <a:gd name="connsiteY1" fmla="*/ 2502390 h 5288660"/>
              <a:gd name="connsiteX2" fmla="*/ 0 w 3505313"/>
              <a:gd name="connsiteY2" fmla="*/ 4481321 h 5288660"/>
              <a:gd name="connsiteX3" fmla="*/ 427023 w 3505313"/>
              <a:gd name="connsiteY3" fmla="*/ 4894881 h 5288660"/>
              <a:gd name="connsiteX4" fmla="*/ 767793 w 3505313"/>
              <a:gd name="connsiteY4" fmla="*/ 4997112 h 5288660"/>
              <a:gd name="connsiteX5" fmla="*/ 1131281 w 3505313"/>
              <a:gd name="connsiteY5" fmla="*/ 4872163 h 5288660"/>
              <a:gd name="connsiteX6" fmla="*/ 3505313 w 3505313"/>
              <a:gd name="connsiteY6" fmla="*/ 2498130 h 5288660"/>
              <a:gd name="connsiteX7" fmla="*/ 1113346 w 3505313"/>
              <a:gd name="connsiteY7" fmla="*/ 118187 h 5288660"/>
              <a:gd name="connsiteX8" fmla="*/ 749476 w 3505313"/>
              <a:gd name="connsiteY8" fmla="*/ 4526 h 5288660"/>
              <a:gd name="connsiteX9" fmla="*/ 393603 w 3505313"/>
              <a:gd name="connsiteY9" fmla="*/ 145346 h 5288660"/>
              <a:gd name="connsiteX10" fmla="*/ 5110 w 3505313"/>
              <a:gd name="connsiteY10" fmla="*/ 531610 h 5288660"/>
              <a:gd name="connsiteX0" fmla="*/ 5110 w 3505313"/>
              <a:gd name="connsiteY0" fmla="*/ 531610 h 5000898"/>
              <a:gd name="connsiteX1" fmla="*/ 1969852 w 3505313"/>
              <a:gd name="connsiteY1" fmla="*/ 2502390 h 5000898"/>
              <a:gd name="connsiteX2" fmla="*/ 0 w 3505313"/>
              <a:gd name="connsiteY2" fmla="*/ 4481321 h 5000898"/>
              <a:gd name="connsiteX3" fmla="*/ 427023 w 3505313"/>
              <a:gd name="connsiteY3" fmla="*/ 4894881 h 5000898"/>
              <a:gd name="connsiteX4" fmla="*/ 767793 w 3505313"/>
              <a:gd name="connsiteY4" fmla="*/ 4997112 h 5000898"/>
              <a:gd name="connsiteX5" fmla="*/ 1131281 w 3505313"/>
              <a:gd name="connsiteY5" fmla="*/ 4872163 h 5000898"/>
              <a:gd name="connsiteX6" fmla="*/ 3505313 w 3505313"/>
              <a:gd name="connsiteY6" fmla="*/ 2498130 h 5000898"/>
              <a:gd name="connsiteX7" fmla="*/ 1113346 w 3505313"/>
              <a:gd name="connsiteY7" fmla="*/ 118187 h 5000898"/>
              <a:gd name="connsiteX8" fmla="*/ 749476 w 3505313"/>
              <a:gd name="connsiteY8" fmla="*/ 4526 h 5000898"/>
              <a:gd name="connsiteX9" fmla="*/ 393603 w 3505313"/>
              <a:gd name="connsiteY9" fmla="*/ 145346 h 5000898"/>
              <a:gd name="connsiteX10" fmla="*/ 5110 w 3505313"/>
              <a:gd name="connsiteY10" fmla="*/ 531610 h 5000898"/>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29652 h 5005303"/>
              <a:gd name="connsiteX1" fmla="*/ 1969852 w 3505313"/>
              <a:gd name="connsiteY1" fmla="*/ 2500432 h 5005303"/>
              <a:gd name="connsiteX2" fmla="*/ 0 w 3505313"/>
              <a:gd name="connsiteY2" fmla="*/ 4479363 h 5005303"/>
              <a:gd name="connsiteX3" fmla="*/ 427023 w 3505313"/>
              <a:gd name="connsiteY3" fmla="*/ 4892923 h 5005303"/>
              <a:gd name="connsiteX4" fmla="*/ 787503 w 3505313"/>
              <a:gd name="connsiteY4" fmla="*/ 5001517 h 5005303"/>
              <a:gd name="connsiteX5" fmla="*/ 1131281 w 3505313"/>
              <a:gd name="connsiteY5" fmla="*/ 4870205 h 5005303"/>
              <a:gd name="connsiteX6" fmla="*/ 3505313 w 3505313"/>
              <a:gd name="connsiteY6" fmla="*/ 2496172 h 5005303"/>
              <a:gd name="connsiteX7" fmla="*/ 1160106 w 3505313"/>
              <a:gd name="connsiteY7" fmla="*/ 158794 h 5005303"/>
              <a:gd name="connsiteX8" fmla="*/ 749476 w 3505313"/>
              <a:gd name="connsiteY8" fmla="*/ 2568 h 5005303"/>
              <a:gd name="connsiteX9" fmla="*/ 393603 w 3505313"/>
              <a:gd name="connsiteY9" fmla="*/ 143388 h 5005303"/>
              <a:gd name="connsiteX10" fmla="*/ 5110 w 3505313"/>
              <a:gd name="connsiteY10" fmla="*/ 529652 h 5005303"/>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416 h 5008067"/>
              <a:gd name="connsiteX1" fmla="*/ 1969852 w 3505313"/>
              <a:gd name="connsiteY1" fmla="*/ 2503196 h 5008067"/>
              <a:gd name="connsiteX2" fmla="*/ 0 w 3505313"/>
              <a:gd name="connsiteY2" fmla="*/ 4482127 h 5008067"/>
              <a:gd name="connsiteX3" fmla="*/ 427023 w 3505313"/>
              <a:gd name="connsiteY3" fmla="*/ 4895687 h 5008067"/>
              <a:gd name="connsiteX4" fmla="*/ 787503 w 3505313"/>
              <a:gd name="connsiteY4" fmla="*/ 5004281 h 5008067"/>
              <a:gd name="connsiteX5" fmla="*/ 1131281 w 3505313"/>
              <a:gd name="connsiteY5" fmla="*/ 4872969 h 5008067"/>
              <a:gd name="connsiteX6" fmla="*/ 3505313 w 3505313"/>
              <a:gd name="connsiteY6" fmla="*/ 2498936 h 5008067"/>
              <a:gd name="connsiteX7" fmla="*/ 1160106 w 3505313"/>
              <a:gd name="connsiteY7" fmla="*/ 161558 h 5008067"/>
              <a:gd name="connsiteX8" fmla="*/ 796836 w 3505313"/>
              <a:gd name="connsiteY8" fmla="*/ 2318 h 5008067"/>
              <a:gd name="connsiteX9" fmla="*/ 393603 w 3505313"/>
              <a:gd name="connsiteY9" fmla="*/ 146152 h 5008067"/>
              <a:gd name="connsiteX10" fmla="*/ 5110 w 3505313"/>
              <a:gd name="connsiteY10" fmla="*/ 532416 h 500806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Lst>
            <a:rect l="l" t="t" r="r" b="b"/>
            <a:pathLst>
              <a:path w="3505313" h="5008317">
                <a:moveTo>
                  <a:pt x="5110" y="532666"/>
                </a:moveTo>
                <a:lnTo>
                  <a:pt x="1969852" y="2503446"/>
                </a:lnTo>
                <a:lnTo>
                  <a:pt x="0" y="4482377"/>
                </a:lnTo>
                <a:lnTo>
                  <a:pt x="427023" y="4895937"/>
                </a:lnTo>
                <a:cubicBezTo>
                  <a:pt x="510281" y="4969426"/>
                  <a:pt x="670127" y="5008317"/>
                  <a:pt x="787503" y="5004531"/>
                </a:cubicBezTo>
                <a:cubicBezTo>
                  <a:pt x="904879" y="5000745"/>
                  <a:pt x="1004011" y="4978861"/>
                  <a:pt x="1131281" y="4873219"/>
                </a:cubicBezTo>
                <a:lnTo>
                  <a:pt x="3505313" y="2499186"/>
                </a:lnTo>
                <a:lnTo>
                  <a:pt x="1160106" y="161808"/>
                </a:lnTo>
                <a:cubicBezTo>
                  <a:pt x="1068649" y="89635"/>
                  <a:pt x="968345" y="5136"/>
                  <a:pt x="796836" y="2568"/>
                </a:cubicBezTo>
                <a:cubicBezTo>
                  <a:pt x="625327" y="0"/>
                  <a:pt x="475789" y="68559"/>
                  <a:pt x="393603" y="146402"/>
                </a:cubicBezTo>
                <a:lnTo>
                  <a:pt x="5110" y="532666"/>
                </a:lnTo>
                <a:close/>
              </a:path>
            </a:pathLst>
          </a:custGeom>
          <a:solidFill xmlns:a="http://schemas.openxmlformats.org/drawingml/2006/main">
            <a:srgbClr val="225B45"/>
          </a:solidFill>
          <a:ln xmlns:a="http://schemas.openxmlformats.org/drawingml/2006/main" w="317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lvl1pPr algn="l">
              <a:spcBef>
                <a:spcPct val="0"/>
              </a:spcBef>
              <a:spcAft>
                <a:spcPct val="0"/>
              </a:spcAft>
              <a:buNone/>
              <a:defRPr kern="1200">
                <a:solidFill>
                  <a:schemeClr val="tx1"/>
                </a:solidFill>
                <a:latin typeface="Arial"/>
                <a:ea typeface="Arial"/>
                <a:cs typeface="Arial"/>
              </a:defRPr>
            </a:lvl1pPr>
            <a:lvl2pPr marL="544225" algn="l">
              <a:spcBef>
                <a:spcPct val="0"/>
              </a:spcBef>
              <a:spcAft>
                <a:spcPct val="0"/>
              </a:spcAft>
              <a:buNone/>
              <a:defRPr kern="1200">
                <a:solidFill>
                  <a:schemeClr val="tx1"/>
                </a:solidFill>
                <a:latin typeface="Arial"/>
                <a:ea typeface="Arial"/>
                <a:cs typeface="Arial"/>
              </a:defRPr>
            </a:lvl2pPr>
            <a:lvl3pPr marL="1088449" algn="l">
              <a:spcBef>
                <a:spcPct val="0"/>
              </a:spcBef>
              <a:spcAft>
                <a:spcPct val="0"/>
              </a:spcAft>
              <a:buNone/>
              <a:defRPr kern="1200">
                <a:solidFill>
                  <a:schemeClr val="tx1"/>
                </a:solidFill>
                <a:latin typeface="Arial"/>
                <a:ea typeface="Arial"/>
                <a:cs typeface="Arial"/>
              </a:defRPr>
            </a:lvl3pPr>
            <a:lvl4pPr marL="1632674" algn="l">
              <a:spcBef>
                <a:spcPct val="0"/>
              </a:spcBef>
              <a:spcAft>
                <a:spcPct val="0"/>
              </a:spcAft>
              <a:buNone/>
              <a:defRPr kern="1200">
                <a:solidFill>
                  <a:schemeClr val="tx1"/>
                </a:solidFill>
                <a:latin typeface="Arial"/>
                <a:ea typeface="Arial"/>
                <a:cs typeface="Arial"/>
              </a:defRPr>
            </a:lvl4pPr>
            <a:lvl5pPr marL="2176899" algn="l">
              <a:spcBef>
                <a:spcPct val="0"/>
              </a:spcBef>
              <a:spcAft>
                <a:spcPct val="0"/>
              </a:spcAft>
              <a:buNone/>
              <a:defRPr kern="1200">
                <a:solidFill>
                  <a:schemeClr val="tx1"/>
                </a:solidFill>
                <a:latin typeface="Arial"/>
                <a:ea typeface="Arial"/>
                <a:cs typeface="Arial"/>
              </a:defRPr>
            </a:lvl5pPr>
            <a:lvl6pPr marL="2721123" algn="l" defTabSz="1088449">
              <a:buNone/>
              <a:defRPr kern="1200">
                <a:solidFill>
                  <a:schemeClr val="tx1"/>
                </a:solidFill>
                <a:latin typeface="Arial"/>
                <a:ea typeface="Arial"/>
                <a:cs typeface="Arial"/>
              </a:defRPr>
            </a:lvl6pPr>
            <a:lvl7pPr marL="3265348" algn="l" defTabSz="1088449">
              <a:buNone/>
              <a:defRPr kern="1200">
                <a:solidFill>
                  <a:schemeClr val="tx1"/>
                </a:solidFill>
                <a:latin typeface="Arial"/>
                <a:ea typeface="Arial"/>
                <a:cs typeface="Arial"/>
              </a:defRPr>
            </a:lvl7pPr>
            <a:lvl8pPr marL="3809573" algn="l" defTabSz="1088449">
              <a:buNone/>
              <a:defRPr kern="1200">
                <a:solidFill>
                  <a:schemeClr val="tx1"/>
                </a:solidFill>
                <a:latin typeface="Arial"/>
                <a:ea typeface="Arial"/>
                <a:cs typeface="Arial"/>
              </a:defRPr>
            </a:lvl8pPr>
            <a:lvl9pPr marL="4353797" algn="l" defTabSz="1088449">
              <a:buNone/>
              <a:defRPr kern="1200">
                <a:solidFill>
                  <a:schemeClr val="tx1"/>
                </a:solidFill>
                <a:latin typeface="Arial"/>
                <a:ea typeface="Arial"/>
                <a:cs typeface="Arial"/>
              </a:defRPr>
            </a:lvl9pPr>
          </a:lstStyle>
          <a:p xmlns:a="http://schemas.openxmlformats.org/drawingml/2006/main">
            <a:pPr algn="ctr">
              <a:spcBef>
                <a:spcPct val="0"/>
              </a:spcBef>
              <a:spcAft>
                <a:spcPct val="0"/>
              </a:spcAft>
              <a:buNone/>
            </a:pPr>
            <a:endParaRPr kern="1200">
              <a:solidFill>
                <a:schemeClr val="lt1"/>
              </a:solidFill>
              <a:latin typeface="+mj-lt"/>
              <a:ea typeface="+mj-lt"/>
              <a:cs typeface="+mj-lt"/>
            </a:endParaRPr>
          </a:p>
        </p:txBody>
      </p:sp>
      <p:pic>
        <p:nvPicPr>
          <p:cNvPr id="7" name="Picture 6">
            <a:extLst xmlns:a="http://schemas.openxmlformats.org/drawingml/2006/main">
              <a:ext uri="{FF2B5EF4-FFF2-40B4-BE49-F238E27FC236}">
                <a16:creationId xmlns:a16="http://schemas.microsoft.com/office/drawing/2014/main" id="{9BF78D90-72CE-49F7-B511-247763B7E6AC}"/>
              </a:ext>
            </a:extLst>
          </p:cNvPr>
          <p:cNvPicPr>
            <a:picLocks xmlns:a="http://schemas.openxmlformats.org/drawingml/2006/main" noChangeAspect="1"/>
          </p:cNvPicPr>
          <p:nvPr/>
        </p:nvPicPr>
        <p:blipFill>
          <a:blip xmlns:r="http://schemas.openxmlformats.org/officeDocument/2006/relationships" xmlns:a="http://schemas.openxmlformats.org/drawingml/2006/main" r:embed="Rbb976dc452134c4b"/>
          <a:stretch xmlns:a="http://schemas.openxmlformats.org/drawingml/2006/main">
            <a:fillRect l="0" t="0" r="0" b="0"/>
          </a:stretch>
        </p:blipFill>
        <p:spPr>
          <a:xfrm xmlns:a="http://schemas.openxmlformats.org/drawingml/2006/main">
            <a:off x="8620125" y="3721143"/>
            <a:ext cx="3147417" cy="2876739"/>
          </a:xfrm>
          <a:prstGeom xmlns:a="http://schemas.openxmlformats.org/drawingml/2006/main" prst="rect">
            <a:avLst/>
          </a:prstGeom>
        </p:spPr>
      </p:pic>
      <p:sp>
        <p:nvSpPr>
          <p:cNvPr id="2" name="Text Placeholder 2">
            <a:extLst xmlns:a="http://schemas.openxmlformats.org/drawingml/2006/main">
              <a:ext uri="{FF2B5EF4-FFF2-40B4-BE49-F238E27FC236}">
                <a16:creationId xmlns:a16="http://schemas.microsoft.com/office/drawing/2014/main" id="{68764186-AB3E-C792-CF25-60895251DA30}"/>
              </a:ext>
            </a:extLst>
          </p:cNvPr>
          <p:cNvSpPr>
            <a:spLocks xmlns:a="http://schemas.openxmlformats.org/drawingml/2006/main" noGrp="1"/>
          </p:cNvSpPr>
          <p:nvPr>
            <p:ph type="body" idx="11"/>
          </p:nvPr>
        </p:nvSpPr>
        <p:spPr>
          <a:xfrm xmlns:a="http://schemas.openxmlformats.org/drawingml/2006/main">
            <a:off x="2836646" y="4285827"/>
            <a:ext cx="4566030" cy="221907"/>
          </a:xfrm>
        </p:spPr>
        <p:txBody>
          <a:bodyPr xmlns:a="http://schemas.openxmlformats.org/drawingml/2006/main" wrap="square">
            <a:spAutoFit/>
          </a:bodyPr>
          <a:lstStyle xmlns:a="http://schemas.openxmlformats.org/drawingml/2006/main">
            <a:lvl1pPr marL="0" marR="0" indent="0" algn="l" defTabSz="1088667">
              <a:lnSpc>
                <a:spcPct val="110000"/>
              </a:lnSpc>
              <a:spcBef>
                <a:spcPts val="0"/>
              </a:spcBef>
              <a:spcAft>
                <a:spcPts val="0"/>
              </a:spcAft>
              <a:buClrTx/>
              <a:buSzTx/>
              <a:buFontTx/>
              <a:buNone/>
              <a:defRPr sz="1400" b="0">
                <a:solidFill>
                  <a:schemeClr val="tx1"/>
                </a:solidFill>
              </a:defRPr>
            </a:lvl1pPr>
          </a:lstStyle>
          <a:p xmlns:a="http://schemas.openxmlformats.org/drawingml/2006/main">
            <a:pPr lvl="0">
              <a:buNone/>
            </a:pPr>
            <a:r>
              <a:t>Click to edit Master text styles</a:t>
            </a:r>
          </a:p>
        </p:txBody>
      </p:sp>
      <p:sp>
        <p:nvSpPr>
          <p:cNvPr id="10" name="Title 12">
            <a:extLst xmlns:a="http://schemas.openxmlformats.org/drawingml/2006/main">
              <a:ext uri="{FF2B5EF4-FFF2-40B4-BE49-F238E27FC236}">
                <a16:creationId xmlns:a16="http://schemas.microsoft.com/office/drawing/2014/main" id="{0CECEF2F-688C-A87E-9727-54FDC60D4EDB}"/>
              </a:ext>
            </a:extLst>
          </p:cNvPr>
          <p:cNvSpPr>
            <a:spLocks xmlns:a="http://schemas.openxmlformats.org/drawingml/2006/main" noGrp="1"/>
          </p:cNvSpPr>
          <p:nvPr>
            <p:ph type="title" idx="0"/>
          </p:nvPr>
        </p:nvSpPr>
        <p:spPr>
          <a:xfrm xmlns:a="http://schemas.openxmlformats.org/drawingml/2006/main">
            <a:off x="2836646" y="3655612"/>
            <a:ext cx="6521882" cy="498598"/>
          </a:xfrm>
        </p:spPr>
        <p:txBody>
          <a:bodyPr xmlns:a="http://schemas.openxmlformats.org/drawingml/2006/main" wrap="square" anchor="b">
            <a:spAutoFit/>
          </a:bodyPr>
          <a:lstStyle xmlns:a="http://schemas.openxmlformats.org/drawingml/2006/main">
            <a:lvl1pPr algn="l">
              <a:lnSpc>
                <a:spcPct val="90000"/>
              </a:lnSpc>
              <a:buNone/>
              <a:defRPr sz="3600" b="1" spc="-30" baseline="0">
                <a:solidFill>
                  <a:schemeClr val="tx1"/>
                </a:solidFill>
                <a:latin typeface="+mj-lt"/>
                <a:ea typeface="+mj-lt"/>
                <a:cs typeface="+mj-lt"/>
              </a:defRPr>
            </a:lvl1pPr>
          </a:lstStyle>
          <a:p xmlns:a="http://schemas.openxmlformats.org/drawingml/2006/main">
            <a:r>
              <a:t>Click to edit Master title style</a:t>
            </a:r>
            <a:endParaRPr/>
          </a:p>
        </p:txBody>
      </p:sp>
    </p:spTree>
  </p:cSld>
</p:sldLayout>
</file>

<file path=ppt/slideLayouts/slideLayout5.xml><?xml version="1.0" encoding="utf-8"?>
<p:sldLayout xmlns:p="http://schemas.openxmlformats.org/presentationml/2006/main" showMasterSp="0" preserve="1" userDrawn="1">
  <p:cSld name="7_Person Introduction">
    <p:bg>
      <p:bgPr>
        <a:solidFill xmlns:a="http://schemas.openxmlformats.org/drawingml/2006/main">
          <a:schemeClr val="accent4"/>
        </a:solidFill>
      </p:bgPr>
    </p:bg>
    <p:spTree>
      <p:nvGrpSpPr>
        <p:cNvPr id="1" name=""/>
        <p:cNvGrpSpPr/>
        <p:nvPr/>
      </p:nvGrpSpPr>
      <p:grpSpPr>
        <a:xfrm xmlns:a="http://schemas.openxmlformats.org/drawingml/2006/main"/>
      </p:grpSpPr>
      <p:sp>
        <p:nvSpPr>
          <p:cNvPr id="8" name="Freeform 7">
            <a:extLst xmlns:a="http://schemas.openxmlformats.org/drawingml/2006/main">
              <a:ext uri="{FF2B5EF4-FFF2-40B4-BE49-F238E27FC236}">
                <a16:creationId xmlns:a16="http://schemas.microsoft.com/office/drawing/2014/main" id="{48EF1268-B134-7DE5-FB7A-28B52968A208}"/>
              </a:ext>
            </a:extLst>
          </p:cNvPr>
          <p:cNvSpPr>
            <a:spLocks xmlns:a="http://schemas.openxmlformats.org/drawingml/2006/main" noGrp="1"/>
          </p:cNvSpPr>
          <p:nvPr/>
        </p:nvSpPr>
        <p:spPr>
          <a:xfrm xmlns:a="http://schemas.openxmlformats.org/drawingml/2006/main" flipH="1">
            <a:off x="4909745" y="0"/>
            <a:ext cx="7300547" cy="4787900"/>
          </a:xfrm>
          <a:custGeom xmlns:a="http://schemas.openxmlformats.org/drawingml/2006/main">
            <a:rect l="l" t="t" r="r" b="b"/>
            <a:pathLst>
              <a:path w="9425227" h="9653398">
                <a:moveTo>
                  <a:pt x="0" y="0"/>
                </a:moveTo>
                <a:lnTo>
                  <a:pt x="9425227" y="0"/>
                </a:lnTo>
                <a:lnTo>
                  <a:pt x="9425227" y="9653399"/>
                </a:lnTo>
                <a:lnTo>
                  <a:pt x="0" y="9653399"/>
                </a:lnTo>
                <a:lnTo>
                  <a:pt x="0" y="0"/>
                </a:lnTo>
                <a:close/>
              </a:path>
            </a:pathLst>
          </a:custGeom>
          <a:blipFill xmlns:a="http://schemas.openxmlformats.org/drawingml/2006/main">
            <a:blip xmlns:r="http://schemas.openxmlformats.org/officeDocument/2006/relationships" r:embed="Rc5d6b756d56d436f">
              <a:alphaModFix amt="60000"/>
              <a:extLst>
                <a:ext uri="{96DAC541-7B7A-43D3-8B79-37D633B846F1}">
                  <asvg:svgBlip xmlns:asvg="http://schemas.microsoft.com/office/drawing/2016/SVG/main" r:embed="Rb741aedbc6704f55"/>
                </a:ext>
              </a:extLst>
            </a:blip>
            <a:stretch>
              <a:fillRect l="-40231" t="-43892" r="16951" b="10832"/>
            </a:stretch>
          </a:blipFill>
        </p:spPr>
        <p:txBody>
          <a:bodyPr xmlns:a="http://schemas.openxmlformats.org/drawingml/2006/main"/>
          <a:lstStyle xmlns:a="http://schemas.openxmlformats.org/drawingml/2006/main"/>
          <a:p xmlns:a="http://schemas.openxmlformats.org/drawingml/2006/main">
            <a:pPr marL="0" marR="0" lvl="0" indent="0" algn="l" defTabSz="914400">
              <a:lnSpc>
                <a:spcPct val="100000"/>
              </a:lnSpc>
              <a:spcBef>
                <a:spcPct val="0"/>
              </a:spcBef>
              <a:spcAft>
                <a:spcPct val="0"/>
              </a:spcAft>
              <a:buClrTx/>
              <a:buSzTx/>
              <a:buFontTx/>
              <a:buNone/>
            </a:pPr>
            <a:endParaRPr sz="1800" b="0" i="0" u="none" strike="noStrike" kern="1200" cap="none" spc="0" baseline="0">
              <a:ln>
                <a:noFill/>
              </a:ln>
              <a:solidFill>
                <a:srgbClr val="000000"/>
              </a:solidFill>
              <a:highlight>
                <a:srgbClr val="FFFF00"/>
              </a:highlight>
              <a:latin typeface="Arial"/>
              <a:ea typeface="Arial"/>
              <a:cs typeface="Arial"/>
            </a:endParaRPr>
          </a:p>
        </p:txBody>
      </p:sp>
      <p:pic>
        <p:nvPicPr>
          <p:cNvPr id="5" name="Picture 4">
            <a:extLst xmlns:a="http://schemas.openxmlformats.org/drawingml/2006/main">
              <a:ext uri="{FF2B5EF4-FFF2-40B4-BE49-F238E27FC236}">
                <a16:creationId xmlns:a16="http://schemas.microsoft.com/office/drawing/2014/main" id="{E6D9504C-44C2-46D9-8BBB-F6CD66F35A58}"/>
              </a:ext>
            </a:extLst>
          </p:cNvPr>
          <p:cNvPicPr>
            <a:picLocks xmlns:a="http://schemas.openxmlformats.org/drawingml/2006/main" noChangeAspect="1"/>
          </p:cNvPicPr>
          <p:nvPr/>
        </p:nvPicPr>
        <p:blipFill>
          <a:blip xmlns:r="http://schemas.openxmlformats.org/officeDocument/2006/relationships" xmlns:a="http://schemas.openxmlformats.org/drawingml/2006/main" r:embed="R3e9338d92c884438"/>
          <a:stretch xmlns:a="http://schemas.openxmlformats.org/drawingml/2006/main">
            <a:fillRect l="0" t="0" r="0" b="0"/>
          </a:stretch>
        </p:blipFill>
        <p:spPr>
          <a:xfrm xmlns:a="http://schemas.openxmlformats.org/drawingml/2006/main">
            <a:off x="214180" y="186448"/>
            <a:ext cx="2034932" cy="561777"/>
          </a:xfrm>
          <a:prstGeom xmlns:a="http://schemas.openxmlformats.org/drawingml/2006/main" prst="rect">
            <a:avLst/>
          </a:prstGeom>
        </p:spPr>
      </p:pic>
      <p:sp>
        <p:nvSpPr>
          <p:cNvPr id="4" name="Freeform 7">
            <a:extLst xmlns:a="http://schemas.openxmlformats.org/drawingml/2006/main">
              <a:ext uri="{FF2B5EF4-FFF2-40B4-BE49-F238E27FC236}">
                <a16:creationId xmlns:a16="http://schemas.microsoft.com/office/drawing/2014/main" id="{1DD7846B-02D4-1B3D-FAE6-2DEEAEA038C7}"/>
              </a:ext>
            </a:extLst>
          </p:cNvPr>
          <p:cNvSpPr>
            <a:spLocks xmlns:a="http://schemas.openxmlformats.org/drawingml/2006/main" noGrp="1"/>
          </p:cNvSpPr>
          <p:nvPr/>
        </p:nvSpPr>
        <p:spPr>
          <a:xfrm xmlns:a="http://schemas.openxmlformats.org/drawingml/2006/main">
            <a:off x="-781310" y="2648525"/>
            <a:ext cx="2880997" cy="4116311"/>
          </a:xfrm>
          <a:custGeom xmlns:a="http://schemas.openxmlformats.org/drawingml/2006/main">
            <a:gdLst>
              <a:gd name="connsiteX0" fmla="*/ 0 w 3498574"/>
              <a:gd name="connsiteY0" fmla="*/ 533873 h 5009322"/>
              <a:gd name="connsiteX1" fmla="*/ 1965108 w 3498574"/>
              <a:gd name="connsiteY1" fmla="*/ 2498981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53550 w 3498574"/>
              <a:gd name="connsiteY1" fmla="*/ 2482688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41992 w 3498574"/>
              <a:gd name="connsiteY1" fmla="*/ 2497200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465050 w 3509263"/>
              <a:gd name="connsiteY9" fmla="*/ 102231 h 5009322"/>
              <a:gd name="connsiteX10" fmla="*/ 0 w 3509263"/>
              <a:gd name="connsiteY10" fmla="*/ 538314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397553 w 3509263"/>
              <a:gd name="connsiteY9" fmla="*/ 157556 h 5009322"/>
              <a:gd name="connsiteX10" fmla="*/ 0 w 3509263"/>
              <a:gd name="connsiteY10" fmla="*/ 538314 h 5009322"/>
              <a:gd name="connsiteX0" fmla="*/ 0 w 3509263"/>
              <a:gd name="connsiteY0" fmla="*/ 865832 h 5336840"/>
              <a:gd name="connsiteX1" fmla="*/ 1952681 w 3509263"/>
              <a:gd name="connsiteY1" fmla="*/ 2824718 h 5336840"/>
              <a:gd name="connsiteX2" fmla="*/ 10689 w 3509263"/>
              <a:gd name="connsiteY2" fmla="*/ 4791607 h 5336840"/>
              <a:gd name="connsiteX3" fmla="*/ 430973 w 3509263"/>
              <a:gd name="connsiteY3" fmla="*/ 5234609 h 5336840"/>
              <a:gd name="connsiteX4" fmla="*/ 771743 w 3509263"/>
              <a:gd name="connsiteY4" fmla="*/ 5336840 h 5336840"/>
              <a:gd name="connsiteX5" fmla="*/ 1135231 w 3509263"/>
              <a:gd name="connsiteY5" fmla="*/ 5211891 h 5336840"/>
              <a:gd name="connsiteX6" fmla="*/ 3509263 w 3509263"/>
              <a:gd name="connsiteY6" fmla="*/ 2837858 h 5336840"/>
              <a:gd name="connsiteX7" fmla="*/ 1078436 w 3509263"/>
              <a:gd name="connsiteY7" fmla="*/ 418390 h 5336840"/>
              <a:gd name="connsiteX8" fmla="*/ 737666 w 3509263"/>
              <a:gd name="connsiteY8" fmla="*/ 327518 h 5336840"/>
              <a:gd name="connsiteX9" fmla="*/ 397553 w 3509263"/>
              <a:gd name="connsiteY9" fmla="*/ 485074 h 5336840"/>
              <a:gd name="connsiteX10" fmla="*/ 0 w 3509263"/>
              <a:gd name="connsiteY10" fmla="*/ 865832 h 5336840"/>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2840 h 5013848"/>
              <a:gd name="connsiteX1" fmla="*/ 1952681 w 3509263"/>
              <a:gd name="connsiteY1" fmla="*/ 2501726 h 5013848"/>
              <a:gd name="connsiteX2" fmla="*/ 10689 w 3509263"/>
              <a:gd name="connsiteY2" fmla="*/ 4468615 h 5013848"/>
              <a:gd name="connsiteX3" fmla="*/ 430973 w 3509263"/>
              <a:gd name="connsiteY3" fmla="*/ 4911617 h 5013848"/>
              <a:gd name="connsiteX4" fmla="*/ 771743 w 3509263"/>
              <a:gd name="connsiteY4" fmla="*/ 5013848 h 5013848"/>
              <a:gd name="connsiteX5" fmla="*/ 1135231 w 3509263"/>
              <a:gd name="connsiteY5" fmla="*/ 4888899 h 5013848"/>
              <a:gd name="connsiteX6" fmla="*/ 3509263 w 3509263"/>
              <a:gd name="connsiteY6" fmla="*/ 2514866 h 5013848"/>
              <a:gd name="connsiteX7" fmla="*/ 1117296 w 3509263"/>
              <a:gd name="connsiteY7" fmla="*/ 134923 h 5013848"/>
              <a:gd name="connsiteX8" fmla="*/ 737666 w 3509263"/>
              <a:gd name="connsiteY8" fmla="*/ 4526 h 5013848"/>
              <a:gd name="connsiteX9" fmla="*/ 397553 w 3509263"/>
              <a:gd name="connsiteY9" fmla="*/ 162082 h 5013848"/>
              <a:gd name="connsiteX10" fmla="*/ 0 w 3509263"/>
              <a:gd name="connsiteY10" fmla="*/ 542840 h 5013848"/>
              <a:gd name="connsiteX0" fmla="*/ 0 w 3509263"/>
              <a:gd name="connsiteY0" fmla="*/ 526104 h 4997112"/>
              <a:gd name="connsiteX1" fmla="*/ 1952681 w 3509263"/>
              <a:gd name="connsiteY1" fmla="*/ 2484990 h 4997112"/>
              <a:gd name="connsiteX2" fmla="*/ 10689 w 3509263"/>
              <a:gd name="connsiteY2" fmla="*/ 4451879 h 4997112"/>
              <a:gd name="connsiteX3" fmla="*/ 430973 w 3509263"/>
              <a:gd name="connsiteY3" fmla="*/ 4894881 h 4997112"/>
              <a:gd name="connsiteX4" fmla="*/ 771743 w 3509263"/>
              <a:gd name="connsiteY4" fmla="*/ 4997112 h 4997112"/>
              <a:gd name="connsiteX5" fmla="*/ 1135231 w 3509263"/>
              <a:gd name="connsiteY5" fmla="*/ 4872163 h 4997112"/>
              <a:gd name="connsiteX6" fmla="*/ 3509263 w 3509263"/>
              <a:gd name="connsiteY6" fmla="*/ 2498130 h 4997112"/>
              <a:gd name="connsiteX7" fmla="*/ 1117296 w 3509263"/>
              <a:gd name="connsiteY7" fmla="*/ 118187 h 4997112"/>
              <a:gd name="connsiteX8" fmla="*/ 753426 w 3509263"/>
              <a:gd name="connsiteY8" fmla="*/ 4526 h 4997112"/>
              <a:gd name="connsiteX9" fmla="*/ 397553 w 3509263"/>
              <a:gd name="connsiteY9" fmla="*/ 145346 h 4997112"/>
              <a:gd name="connsiteX10" fmla="*/ 0 w 3509263"/>
              <a:gd name="connsiteY10" fmla="*/ 526104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64742 w 3500203"/>
              <a:gd name="connsiteY1" fmla="*/ 25023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5110 w 3505313"/>
              <a:gd name="connsiteY0" fmla="*/ 531610 h 4997112"/>
              <a:gd name="connsiteX1" fmla="*/ 1969852 w 3505313"/>
              <a:gd name="connsiteY1" fmla="*/ 2502390 h 4997112"/>
              <a:gd name="connsiteX2" fmla="*/ 0 w 3505313"/>
              <a:gd name="connsiteY2" fmla="*/ 4481321 h 4997112"/>
              <a:gd name="connsiteX3" fmla="*/ 427023 w 3505313"/>
              <a:gd name="connsiteY3" fmla="*/ 4894881 h 4997112"/>
              <a:gd name="connsiteX4" fmla="*/ 767793 w 3505313"/>
              <a:gd name="connsiteY4" fmla="*/ 4997112 h 4997112"/>
              <a:gd name="connsiteX5" fmla="*/ 1131281 w 3505313"/>
              <a:gd name="connsiteY5" fmla="*/ 4872163 h 4997112"/>
              <a:gd name="connsiteX6" fmla="*/ 3505313 w 3505313"/>
              <a:gd name="connsiteY6" fmla="*/ 2498130 h 4997112"/>
              <a:gd name="connsiteX7" fmla="*/ 1113346 w 3505313"/>
              <a:gd name="connsiteY7" fmla="*/ 118187 h 4997112"/>
              <a:gd name="connsiteX8" fmla="*/ 749476 w 3505313"/>
              <a:gd name="connsiteY8" fmla="*/ 4526 h 4997112"/>
              <a:gd name="connsiteX9" fmla="*/ 393603 w 3505313"/>
              <a:gd name="connsiteY9" fmla="*/ 145346 h 4997112"/>
              <a:gd name="connsiteX10" fmla="*/ 5110 w 3505313"/>
              <a:gd name="connsiteY10" fmla="*/ 531610 h 4997112"/>
              <a:gd name="connsiteX0" fmla="*/ 5110 w 3505313"/>
              <a:gd name="connsiteY0" fmla="*/ 531610 h 5288660"/>
              <a:gd name="connsiteX1" fmla="*/ 1969852 w 3505313"/>
              <a:gd name="connsiteY1" fmla="*/ 2502390 h 5288660"/>
              <a:gd name="connsiteX2" fmla="*/ 0 w 3505313"/>
              <a:gd name="connsiteY2" fmla="*/ 4481321 h 5288660"/>
              <a:gd name="connsiteX3" fmla="*/ 427023 w 3505313"/>
              <a:gd name="connsiteY3" fmla="*/ 4894881 h 5288660"/>
              <a:gd name="connsiteX4" fmla="*/ 767793 w 3505313"/>
              <a:gd name="connsiteY4" fmla="*/ 4997112 h 5288660"/>
              <a:gd name="connsiteX5" fmla="*/ 1131281 w 3505313"/>
              <a:gd name="connsiteY5" fmla="*/ 4872163 h 5288660"/>
              <a:gd name="connsiteX6" fmla="*/ 3505313 w 3505313"/>
              <a:gd name="connsiteY6" fmla="*/ 2498130 h 5288660"/>
              <a:gd name="connsiteX7" fmla="*/ 1113346 w 3505313"/>
              <a:gd name="connsiteY7" fmla="*/ 118187 h 5288660"/>
              <a:gd name="connsiteX8" fmla="*/ 749476 w 3505313"/>
              <a:gd name="connsiteY8" fmla="*/ 4526 h 5288660"/>
              <a:gd name="connsiteX9" fmla="*/ 393603 w 3505313"/>
              <a:gd name="connsiteY9" fmla="*/ 145346 h 5288660"/>
              <a:gd name="connsiteX10" fmla="*/ 5110 w 3505313"/>
              <a:gd name="connsiteY10" fmla="*/ 531610 h 5288660"/>
              <a:gd name="connsiteX0" fmla="*/ 5110 w 3505313"/>
              <a:gd name="connsiteY0" fmla="*/ 531610 h 5000898"/>
              <a:gd name="connsiteX1" fmla="*/ 1969852 w 3505313"/>
              <a:gd name="connsiteY1" fmla="*/ 2502390 h 5000898"/>
              <a:gd name="connsiteX2" fmla="*/ 0 w 3505313"/>
              <a:gd name="connsiteY2" fmla="*/ 4481321 h 5000898"/>
              <a:gd name="connsiteX3" fmla="*/ 427023 w 3505313"/>
              <a:gd name="connsiteY3" fmla="*/ 4894881 h 5000898"/>
              <a:gd name="connsiteX4" fmla="*/ 767793 w 3505313"/>
              <a:gd name="connsiteY4" fmla="*/ 4997112 h 5000898"/>
              <a:gd name="connsiteX5" fmla="*/ 1131281 w 3505313"/>
              <a:gd name="connsiteY5" fmla="*/ 4872163 h 5000898"/>
              <a:gd name="connsiteX6" fmla="*/ 3505313 w 3505313"/>
              <a:gd name="connsiteY6" fmla="*/ 2498130 h 5000898"/>
              <a:gd name="connsiteX7" fmla="*/ 1113346 w 3505313"/>
              <a:gd name="connsiteY7" fmla="*/ 118187 h 5000898"/>
              <a:gd name="connsiteX8" fmla="*/ 749476 w 3505313"/>
              <a:gd name="connsiteY8" fmla="*/ 4526 h 5000898"/>
              <a:gd name="connsiteX9" fmla="*/ 393603 w 3505313"/>
              <a:gd name="connsiteY9" fmla="*/ 145346 h 5000898"/>
              <a:gd name="connsiteX10" fmla="*/ 5110 w 3505313"/>
              <a:gd name="connsiteY10" fmla="*/ 531610 h 5000898"/>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29652 h 5005303"/>
              <a:gd name="connsiteX1" fmla="*/ 1969852 w 3505313"/>
              <a:gd name="connsiteY1" fmla="*/ 2500432 h 5005303"/>
              <a:gd name="connsiteX2" fmla="*/ 0 w 3505313"/>
              <a:gd name="connsiteY2" fmla="*/ 4479363 h 5005303"/>
              <a:gd name="connsiteX3" fmla="*/ 427023 w 3505313"/>
              <a:gd name="connsiteY3" fmla="*/ 4892923 h 5005303"/>
              <a:gd name="connsiteX4" fmla="*/ 787503 w 3505313"/>
              <a:gd name="connsiteY4" fmla="*/ 5001517 h 5005303"/>
              <a:gd name="connsiteX5" fmla="*/ 1131281 w 3505313"/>
              <a:gd name="connsiteY5" fmla="*/ 4870205 h 5005303"/>
              <a:gd name="connsiteX6" fmla="*/ 3505313 w 3505313"/>
              <a:gd name="connsiteY6" fmla="*/ 2496172 h 5005303"/>
              <a:gd name="connsiteX7" fmla="*/ 1160106 w 3505313"/>
              <a:gd name="connsiteY7" fmla="*/ 158794 h 5005303"/>
              <a:gd name="connsiteX8" fmla="*/ 749476 w 3505313"/>
              <a:gd name="connsiteY8" fmla="*/ 2568 h 5005303"/>
              <a:gd name="connsiteX9" fmla="*/ 393603 w 3505313"/>
              <a:gd name="connsiteY9" fmla="*/ 143388 h 5005303"/>
              <a:gd name="connsiteX10" fmla="*/ 5110 w 3505313"/>
              <a:gd name="connsiteY10" fmla="*/ 529652 h 5005303"/>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416 h 5008067"/>
              <a:gd name="connsiteX1" fmla="*/ 1969852 w 3505313"/>
              <a:gd name="connsiteY1" fmla="*/ 2503196 h 5008067"/>
              <a:gd name="connsiteX2" fmla="*/ 0 w 3505313"/>
              <a:gd name="connsiteY2" fmla="*/ 4482127 h 5008067"/>
              <a:gd name="connsiteX3" fmla="*/ 427023 w 3505313"/>
              <a:gd name="connsiteY3" fmla="*/ 4895687 h 5008067"/>
              <a:gd name="connsiteX4" fmla="*/ 787503 w 3505313"/>
              <a:gd name="connsiteY4" fmla="*/ 5004281 h 5008067"/>
              <a:gd name="connsiteX5" fmla="*/ 1131281 w 3505313"/>
              <a:gd name="connsiteY5" fmla="*/ 4872969 h 5008067"/>
              <a:gd name="connsiteX6" fmla="*/ 3505313 w 3505313"/>
              <a:gd name="connsiteY6" fmla="*/ 2498936 h 5008067"/>
              <a:gd name="connsiteX7" fmla="*/ 1160106 w 3505313"/>
              <a:gd name="connsiteY7" fmla="*/ 161558 h 5008067"/>
              <a:gd name="connsiteX8" fmla="*/ 796836 w 3505313"/>
              <a:gd name="connsiteY8" fmla="*/ 2318 h 5008067"/>
              <a:gd name="connsiteX9" fmla="*/ 393603 w 3505313"/>
              <a:gd name="connsiteY9" fmla="*/ 146152 h 5008067"/>
              <a:gd name="connsiteX10" fmla="*/ 5110 w 3505313"/>
              <a:gd name="connsiteY10" fmla="*/ 532416 h 500806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Lst>
            <a:rect l="l" t="t" r="r" b="b"/>
            <a:pathLst>
              <a:path w="3505313" h="5008317">
                <a:moveTo>
                  <a:pt x="5110" y="532666"/>
                </a:moveTo>
                <a:lnTo>
                  <a:pt x="1969852" y="2503446"/>
                </a:lnTo>
                <a:lnTo>
                  <a:pt x="0" y="4482377"/>
                </a:lnTo>
                <a:lnTo>
                  <a:pt x="427023" y="4895937"/>
                </a:lnTo>
                <a:cubicBezTo>
                  <a:pt x="510281" y="4969426"/>
                  <a:pt x="670127" y="5008317"/>
                  <a:pt x="787503" y="5004531"/>
                </a:cubicBezTo>
                <a:cubicBezTo>
                  <a:pt x="904879" y="5000745"/>
                  <a:pt x="1004011" y="4978861"/>
                  <a:pt x="1131281" y="4873219"/>
                </a:cubicBezTo>
                <a:lnTo>
                  <a:pt x="3505313" y="2499186"/>
                </a:lnTo>
                <a:lnTo>
                  <a:pt x="1160106" y="161808"/>
                </a:lnTo>
                <a:cubicBezTo>
                  <a:pt x="1068649" y="89635"/>
                  <a:pt x="968345" y="5136"/>
                  <a:pt x="796836" y="2568"/>
                </a:cubicBezTo>
                <a:cubicBezTo>
                  <a:pt x="625327" y="0"/>
                  <a:pt x="475789" y="68559"/>
                  <a:pt x="393603" y="146402"/>
                </a:cubicBezTo>
                <a:lnTo>
                  <a:pt x="5110" y="532666"/>
                </a:lnTo>
                <a:close/>
              </a:path>
            </a:pathLst>
          </a:custGeom>
          <a:solidFill xmlns:a="http://schemas.openxmlformats.org/drawingml/2006/main">
            <a:schemeClr val="accent4">
              <a:lumMod val="20000"/>
              <a:lumOff val="80000"/>
              <a:alpha val="70000"/>
            </a:schemeClr>
          </a:solidFill>
          <a:ln xmlns:a="http://schemas.openxmlformats.org/drawingml/2006/main" w="317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lvl1pPr algn="l">
              <a:spcBef>
                <a:spcPct val="0"/>
              </a:spcBef>
              <a:spcAft>
                <a:spcPct val="0"/>
              </a:spcAft>
              <a:buNone/>
              <a:defRPr kern="1200">
                <a:solidFill>
                  <a:schemeClr val="tx1"/>
                </a:solidFill>
                <a:latin typeface="Arial"/>
                <a:ea typeface="Arial"/>
                <a:cs typeface="Arial"/>
              </a:defRPr>
            </a:lvl1pPr>
            <a:lvl2pPr marL="544225" algn="l">
              <a:spcBef>
                <a:spcPct val="0"/>
              </a:spcBef>
              <a:spcAft>
                <a:spcPct val="0"/>
              </a:spcAft>
              <a:buNone/>
              <a:defRPr kern="1200">
                <a:solidFill>
                  <a:schemeClr val="tx1"/>
                </a:solidFill>
                <a:latin typeface="Arial"/>
                <a:ea typeface="Arial"/>
                <a:cs typeface="Arial"/>
              </a:defRPr>
            </a:lvl2pPr>
            <a:lvl3pPr marL="1088449" algn="l">
              <a:spcBef>
                <a:spcPct val="0"/>
              </a:spcBef>
              <a:spcAft>
                <a:spcPct val="0"/>
              </a:spcAft>
              <a:buNone/>
              <a:defRPr kern="1200">
                <a:solidFill>
                  <a:schemeClr val="tx1"/>
                </a:solidFill>
                <a:latin typeface="Arial"/>
                <a:ea typeface="Arial"/>
                <a:cs typeface="Arial"/>
              </a:defRPr>
            </a:lvl3pPr>
            <a:lvl4pPr marL="1632674" algn="l">
              <a:spcBef>
                <a:spcPct val="0"/>
              </a:spcBef>
              <a:spcAft>
                <a:spcPct val="0"/>
              </a:spcAft>
              <a:buNone/>
              <a:defRPr kern="1200">
                <a:solidFill>
                  <a:schemeClr val="tx1"/>
                </a:solidFill>
                <a:latin typeface="Arial"/>
                <a:ea typeface="Arial"/>
                <a:cs typeface="Arial"/>
              </a:defRPr>
            </a:lvl4pPr>
            <a:lvl5pPr marL="2176899" algn="l">
              <a:spcBef>
                <a:spcPct val="0"/>
              </a:spcBef>
              <a:spcAft>
                <a:spcPct val="0"/>
              </a:spcAft>
              <a:buNone/>
              <a:defRPr kern="1200">
                <a:solidFill>
                  <a:schemeClr val="tx1"/>
                </a:solidFill>
                <a:latin typeface="Arial"/>
                <a:ea typeface="Arial"/>
                <a:cs typeface="Arial"/>
              </a:defRPr>
            </a:lvl5pPr>
            <a:lvl6pPr marL="2721123" algn="l" defTabSz="1088449">
              <a:buNone/>
              <a:defRPr kern="1200">
                <a:solidFill>
                  <a:schemeClr val="tx1"/>
                </a:solidFill>
                <a:latin typeface="Arial"/>
                <a:ea typeface="Arial"/>
                <a:cs typeface="Arial"/>
              </a:defRPr>
            </a:lvl6pPr>
            <a:lvl7pPr marL="3265348" algn="l" defTabSz="1088449">
              <a:buNone/>
              <a:defRPr kern="1200">
                <a:solidFill>
                  <a:schemeClr val="tx1"/>
                </a:solidFill>
                <a:latin typeface="Arial"/>
                <a:ea typeface="Arial"/>
                <a:cs typeface="Arial"/>
              </a:defRPr>
            </a:lvl7pPr>
            <a:lvl8pPr marL="3809573" algn="l" defTabSz="1088449">
              <a:buNone/>
              <a:defRPr kern="1200">
                <a:solidFill>
                  <a:schemeClr val="tx1"/>
                </a:solidFill>
                <a:latin typeface="Arial"/>
                <a:ea typeface="Arial"/>
                <a:cs typeface="Arial"/>
              </a:defRPr>
            </a:lvl8pPr>
            <a:lvl9pPr marL="4353797" algn="l" defTabSz="1088449">
              <a:buNone/>
              <a:defRPr kern="1200">
                <a:solidFill>
                  <a:schemeClr val="tx1"/>
                </a:solidFill>
                <a:latin typeface="Arial"/>
                <a:ea typeface="Arial"/>
                <a:cs typeface="Arial"/>
              </a:defRPr>
            </a:lvl9pPr>
          </a:lstStyle>
          <a:p xmlns:a="http://schemas.openxmlformats.org/drawingml/2006/main">
            <a:pPr algn="ctr">
              <a:spcBef>
                <a:spcPct val="0"/>
              </a:spcBef>
              <a:spcAft>
                <a:spcPct val="0"/>
              </a:spcAft>
              <a:buNone/>
            </a:pPr>
            <a:endParaRPr kern="1200">
              <a:solidFill>
                <a:schemeClr val="lt1"/>
              </a:solidFill>
              <a:latin typeface="+mn-lt"/>
              <a:ea typeface="+mn-lt"/>
              <a:cs typeface="+mn-lt"/>
            </a:endParaRPr>
          </a:p>
        </p:txBody>
      </p:sp>
      <p:sp>
        <p:nvSpPr>
          <p:cNvPr id="6" name="Freeform 9">
            <a:extLst xmlns:a="http://schemas.openxmlformats.org/drawingml/2006/main">
              <a:ext uri="{FF2B5EF4-FFF2-40B4-BE49-F238E27FC236}">
                <a16:creationId xmlns:a16="http://schemas.microsoft.com/office/drawing/2014/main" id="{23BFA00E-17E4-7A61-4A08-2A8EC94CE697}"/>
              </a:ext>
            </a:extLst>
          </p:cNvPr>
          <p:cNvSpPr>
            <a:spLocks xmlns:a="http://schemas.openxmlformats.org/drawingml/2006/main" noGrp="1"/>
          </p:cNvSpPr>
          <p:nvPr/>
        </p:nvSpPr>
        <p:spPr>
          <a:xfrm xmlns:a="http://schemas.openxmlformats.org/drawingml/2006/main" rot="10800000" flipH="1">
            <a:off x="1207051" y="3145857"/>
            <a:ext cx="1092420" cy="1560823"/>
          </a:xfrm>
          <a:custGeom xmlns:a="http://schemas.openxmlformats.org/drawingml/2006/main">
            <a:gdLst>
              <a:gd name="connsiteX0" fmla="*/ 0 w 3498574"/>
              <a:gd name="connsiteY0" fmla="*/ 533873 h 5009322"/>
              <a:gd name="connsiteX1" fmla="*/ 1965108 w 3498574"/>
              <a:gd name="connsiteY1" fmla="*/ 2498981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53550 w 3498574"/>
              <a:gd name="connsiteY1" fmla="*/ 2482688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498574"/>
              <a:gd name="connsiteY0" fmla="*/ 533873 h 5009322"/>
              <a:gd name="connsiteX1" fmla="*/ 1941992 w 3498574"/>
              <a:gd name="connsiteY1" fmla="*/ 2497200 h 5009322"/>
              <a:gd name="connsiteX2" fmla="*/ 0 w 3498574"/>
              <a:gd name="connsiteY2" fmla="*/ 4464089 h 5009322"/>
              <a:gd name="connsiteX3" fmla="*/ 420284 w 3498574"/>
              <a:gd name="connsiteY3" fmla="*/ 4907091 h 5009322"/>
              <a:gd name="connsiteX4" fmla="*/ 761054 w 3498574"/>
              <a:gd name="connsiteY4" fmla="*/ 5009322 h 5009322"/>
              <a:gd name="connsiteX5" fmla="*/ 1124542 w 3498574"/>
              <a:gd name="connsiteY5" fmla="*/ 4884373 h 5009322"/>
              <a:gd name="connsiteX6" fmla="*/ 3498574 w 3498574"/>
              <a:gd name="connsiteY6" fmla="*/ 2510340 h 5009322"/>
              <a:gd name="connsiteX7" fmla="*/ 1067747 w 3498574"/>
              <a:gd name="connsiteY7" fmla="*/ 90872 h 5009322"/>
              <a:gd name="connsiteX8" fmla="*/ 726977 w 3498574"/>
              <a:gd name="connsiteY8" fmla="*/ 0 h 5009322"/>
              <a:gd name="connsiteX9" fmla="*/ 454361 w 3498574"/>
              <a:gd name="connsiteY9" fmla="*/ 102231 h 5009322"/>
              <a:gd name="connsiteX10" fmla="*/ 0 w 3498574"/>
              <a:gd name="connsiteY10" fmla="*/ 533873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465050 w 3509263"/>
              <a:gd name="connsiteY9" fmla="*/ 102231 h 5009322"/>
              <a:gd name="connsiteX10" fmla="*/ 0 w 3509263"/>
              <a:gd name="connsiteY10" fmla="*/ 538314 h 5009322"/>
              <a:gd name="connsiteX0" fmla="*/ 0 w 3509263"/>
              <a:gd name="connsiteY0" fmla="*/ 538314 h 5009322"/>
              <a:gd name="connsiteX1" fmla="*/ 1952681 w 3509263"/>
              <a:gd name="connsiteY1" fmla="*/ 2497200 h 5009322"/>
              <a:gd name="connsiteX2" fmla="*/ 10689 w 3509263"/>
              <a:gd name="connsiteY2" fmla="*/ 4464089 h 5009322"/>
              <a:gd name="connsiteX3" fmla="*/ 430973 w 3509263"/>
              <a:gd name="connsiteY3" fmla="*/ 4907091 h 5009322"/>
              <a:gd name="connsiteX4" fmla="*/ 771743 w 3509263"/>
              <a:gd name="connsiteY4" fmla="*/ 5009322 h 5009322"/>
              <a:gd name="connsiteX5" fmla="*/ 1135231 w 3509263"/>
              <a:gd name="connsiteY5" fmla="*/ 4884373 h 5009322"/>
              <a:gd name="connsiteX6" fmla="*/ 3509263 w 3509263"/>
              <a:gd name="connsiteY6" fmla="*/ 2510340 h 5009322"/>
              <a:gd name="connsiteX7" fmla="*/ 1078436 w 3509263"/>
              <a:gd name="connsiteY7" fmla="*/ 90872 h 5009322"/>
              <a:gd name="connsiteX8" fmla="*/ 737666 w 3509263"/>
              <a:gd name="connsiteY8" fmla="*/ 0 h 5009322"/>
              <a:gd name="connsiteX9" fmla="*/ 397553 w 3509263"/>
              <a:gd name="connsiteY9" fmla="*/ 157556 h 5009322"/>
              <a:gd name="connsiteX10" fmla="*/ 0 w 3509263"/>
              <a:gd name="connsiteY10" fmla="*/ 538314 h 5009322"/>
              <a:gd name="connsiteX0" fmla="*/ 0 w 3509263"/>
              <a:gd name="connsiteY0" fmla="*/ 865832 h 5336840"/>
              <a:gd name="connsiteX1" fmla="*/ 1952681 w 3509263"/>
              <a:gd name="connsiteY1" fmla="*/ 2824718 h 5336840"/>
              <a:gd name="connsiteX2" fmla="*/ 10689 w 3509263"/>
              <a:gd name="connsiteY2" fmla="*/ 4791607 h 5336840"/>
              <a:gd name="connsiteX3" fmla="*/ 430973 w 3509263"/>
              <a:gd name="connsiteY3" fmla="*/ 5234609 h 5336840"/>
              <a:gd name="connsiteX4" fmla="*/ 771743 w 3509263"/>
              <a:gd name="connsiteY4" fmla="*/ 5336840 h 5336840"/>
              <a:gd name="connsiteX5" fmla="*/ 1135231 w 3509263"/>
              <a:gd name="connsiteY5" fmla="*/ 5211891 h 5336840"/>
              <a:gd name="connsiteX6" fmla="*/ 3509263 w 3509263"/>
              <a:gd name="connsiteY6" fmla="*/ 2837858 h 5336840"/>
              <a:gd name="connsiteX7" fmla="*/ 1078436 w 3509263"/>
              <a:gd name="connsiteY7" fmla="*/ 418390 h 5336840"/>
              <a:gd name="connsiteX8" fmla="*/ 737666 w 3509263"/>
              <a:gd name="connsiteY8" fmla="*/ 327518 h 5336840"/>
              <a:gd name="connsiteX9" fmla="*/ 397553 w 3509263"/>
              <a:gd name="connsiteY9" fmla="*/ 485074 h 5336840"/>
              <a:gd name="connsiteX10" fmla="*/ 0 w 3509263"/>
              <a:gd name="connsiteY10" fmla="*/ 865832 h 5336840"/>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9428 h 5020436"/>
              <a:gd name="connsiteX1" fmla="*/ 1952681 w 3509263"/>
              <a:gd name="connsiteY1" fmla="*/ 2508314 h 5020436"/>
              <a:gd name="connsiteX2" fmla="*/ 10689 w 3509263"/>
              <a:gd name="connsiteY2" fmla="*/ 4475203 h 5020436"/>
              <a:gd name="connsiteX3" fmla="*/ 430973 w 3509263"/>
              <a:gd name="connsiteY3" fmla="*/ 4918205 h 5020436"/>
              <a:gd name="connsiteX4" fmla="*/ 771743 w 3509263"/>
              <a:gd name="connsiteY4" fmla="*/ 5020436 h 5020436"/>
              <a:gd name="connsiteX5" fmla="*/ 1135231 w 3509263"/>
              <a:gd name="connsiteY5" fmla="*/ 4895487 h 5020436"/>
              <a:gd name="connsiteX6" fmla="*/ 3509263 w 3509263"/>
              <a:gd name="connsiteY6" fmla="*/ 2521454 h 5020436"/>
              <a:gd name="connsiteX7" fmla="*/ 1078436 w 3509263"/>
              <a:gd name="connsiteY7" fmla="*/ 101986 h 5020436"/>
              <a:gd name="connsiteX8" fmla="*/ 737666 w 3509263"/>
              <a:gd name="connsiteY8" fmla="*/ 11114 h 5020436"/>
              <a:gd name="connsiteX9" fmla="*/ 397553 w 3509263"/>
              <a:gd name="connsiteY9" fmla="*/ 168670 h 5020436"/>
              <a:gd name="connsiteX10" fmla="*/ 0 w 3509263"/>
              <a:gd name="connsiteY10" fmla="*/ 549428 h 5020436"/>
              <a:gd name="connsiteX0" fmla="*/ 0 w 3509263"/>
              <a:gd name="connsiteY0" fmla="*/ 542840 h 5013848"/>
              <a:gd name="connsiteX1" fmla="*/ 1952681 w 3509263"/>
              <a:gd name="connsiteY1" fmla="*/ 2501726 h 5013848"/>
              <a:gd name="connsiteX2" fmla="*/ 10689 w 3509263"/>
              <a:gd name="connsiteY2" fmla="*/ 4468615 h 5013848"/>
              <a:gd name="connsiteX3" fmla="*/ 430973 w 3509263"/>
              <a:gd name="connsiteY3" fmla="*/ 4911617 h 5013848"/>
              <a:gd name="connsiteX4" fmla="*/ 771743 w 3509263"/>
              <a:gd name="connsiteY4" fmla="*/ 5013848 h 5013848"/>
              <a:gd name="connsiteX5" fmla="*/ 1135231 w 3509263"/>
              <a:gd name="connsiteY5" fmla="*/ 4888899 h 5013848"/>
              <a:gd name="connsiteX6" fmla="*/ 3509263 w 3509263"/>
              <a:gd name="connsiteY6" fmla="*/ 2514866 h 5013848"/>
              <a:gd name="connsiteX7" fmla="*/ 1117296 w 3509263"/>
              <a:gd name="connsiteY7" fmla="*/ 134923 h 5013848"/>
              <a:gd name="connsiteX8" fmla="*/ 737666 w 3509263"/>
              <a:gd name="connsiteY8" fmla="*/ 4526 h 5013848"/>
              <a:gd name="connsiteX9" fmla="*/ 397553 w 3509263"/>
              <a:gd name="connsiteY9" fmla="*/ 162082 h 5013848"/>
              <a:gd name="connsiteX10" fmla="*/ 0 w 3509263"/>
              <a:gd name="connsiteY10" fmla="*/ 542840 h 5013848"/>
              <a:gd name="connsiteX0" fmla="*/ 0 w 3509263"/>
              <a:gd name="connsiteY0" fmla="*/ 526104 h 4997112"/>
              <a:gd name="connsiteX1" fmla="*/ 1952681 w 3509263"/>
              <a:gd name="connsiteY1" fmla="*/ 2484990 h 4997112"/>
              <a:gd name="connsiteX2" fmla="*/ 10689 w 3509263"/>
              <a:gd name="connsiteY2" fmla="*/ 4451879 h 4997112"/>
              <a:gd name="connsiteX3" fmla="*/ 430973 w 3509263"/>
              <a:gd name="connsiteY3" fmla="*/ 4894881 h 4997112"/>
              <a:gd name="connsiteX4" fmla="*/ 771743 w 3509263"/>
              <a:gd name="connsiteY4" fmla="*/ 4997112 h 4997112"/>
              <a:gd name="connsiteX5" fmla="*/ 1135231 w 3509263"/>
              <a:gd name="connsiteY5" fmla="*/ 4872163 h 4997112"/>
              <a:gd name="connsiteX6" fmla="*/ 3509263 w 3509263"/>
              <a:gd name="connsiteY6" fmla="*/ 2498130 h 4997112"/>
              <a:gd name="connsiteX7" fmla="*/ 1117296 w 3509263"/>
              <a:gd name="connsiteY7" fmla="*/ 118187 h 4997112"/>
              <a:gd name="connsiteX8" fmla="*/ 753426 w 3509263"/>
              <a:gd name="connsiteY8" fmla="*/ 4526 h 4997112"/>
              <a:gd name="connsiteX9" fmla="*/ 397553 w 3509263"/>
              <a:gd name="connsiteY9" fmla="*/ 145346 h 4997112"/>
              <a:gd name="connsiteX10" fmla="*/ 0 w 3509263"/>
              <a:gd name="connsiteY10" fmla="*/ 526104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43621 w 3500203"/>
              <a:gd name="connsiteY1" fmla="*/ 24849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0 w 3500203"/>
              <a:gd name="connsiteY0" fmla="*/ 531610 h 4997112"/>
              <a:gd name="connsiteX1" fmla="*/ 1964742 w 3500203"/>
              <a:gd name="connsiteY1" fmla="*/ 2502390 h 4997112"/>
              <a:gd name="connsiteX2" fmla="*/ 1629 w 3500203"/>
              <a:gd name="connsiteY2" fmla="*/ 4451879 h 4997112"/>
              <a:gd name="connsiteX3" fmla="*/ 421913 w 3500203"/>
              <a:gd name="connsiteY3" fmla="*/ 4894881 h 4997112"/>
              <a:gd name="connsiteX4" fmla="*/ 762683 w 3500203"/>
              <a:gd name="connsiteY4" fmla="*/ 4997112 h 4997112"/>
              <a:gd name="connsiteX5" fmla="*/ 1126171 w 3500203"/>
              <a:gd name="connsiteY5" fmla="*/ 4872163 h 4997112"/>
              <a:gd name="connsiteX6" fmla="*/ 3500203 w 3500203"/>
              <a:gd name="connsiteY6" fmla="*/ 2498130 h 4997112"/>
              <a:gd name="connsiteX7" fmla="*/ 1108236 w 3500203"/>
              <a:gd name="connsiteY7" fmla="*/ 118187 h 4997112"/>
              <a:gd name="connsiteX8" fmla="*/ 744366 w 3500203"/>
              <a:gd name="connsiteY8" fmla="*/ 4526 h 4997112"/>
              <a:gd name="connsiteX9" fmla="*/ 388493 w 3500203"/>
              <a:gd name="connsiteY9" fmla="*/ 145346 h 4997112"/>
              <a:gd name="connsiteX10" fmla="*/ 0 w 3500203"/>
              <a:gd name="connsiteY10" fmla="*/ 531610 h 4997112"/>
              <a:gd name="connsiteX0" fmla="*/ 5110 w 3505313"/>
              <a:gd name="connsiteY0" fmla="*/ 531610 h 4997112"/>
              <a:gd name="connsiteX1" fmla="*/ 1969852 w 3505313"/>
              <a:gd name="connsiteY1" fmla="*/ 2502390 h 4997112"/>
              <a:gd name="connsiteX2" fmla="*/ 0 w 3505313"/>
              <a:gd name="connsiteY2" fmla="*/ 4481321 h 4997112"/>
              <a:gd name="connsiteX3" fmla="*/ 427023 w 3505313"/>
              <a:gd name="connsiteY3" fmla="*/ 4894881 h 4997112"/>
              <a:gd name="connsiteX4" fmla="*/ 767793 w 3505313"/>
              <a:gd name="connsiteY4" fmla="*/ 4997112 h 4997112"/>
              <a:gd name="connsiteX5" fmla="*/ 1131281 w 3505313"/>
              <a:gd name="connsiteY5" fmla="*/ 4872163 h 4997112"/>
              <a:gd name="connsiteX6" fmla="*/ 3505313 w 3505313"/>
              <a:gd name="connsiteY6" fmla="*/ 2498130 h 4997112"/>
              <a:gd name="connsiteX7" fmla="*/ 1113346 w 3505313"/>
              <a:gd name="connsiteY7" fmla="*/ 118187 h 4997112"/>
              <a:gd name="connsiteX8" fmla="*/ 749476 w 3505313"/>
              <a:gd name="connsiteY8" fmla="*/ 4526 h 4997112"/>
              <a:gd name="connsiteX9" fmla="*/ 393603 w 3505313"/>
              <a:gd name="connsiteY9" fmla="*/ 145346 h 4997112"/>
              <a:gd name="connsiteX10" fmla="*/ 5110 w 3505313"/>
              <a:gd name="connsiteY10" fmla="*/ 531610 h 4997112"/>
              <a:gd name="connsiteX0" fmla="*/ 5110 w 3505313"/>
              <a:gd name="connsiteY0" fmla="*/ 531610 h 5288660"/>
              <a:gd name="connsiteX1" fmla="*/ 1969852 w 3505313"/>
              <a:gd name="connsiteY1" fmla="*/ 2502390 h 5288660"/>
              <a:gd name="connsiteX2" fmla="*/ 0 w 3505313"/>
              <a:gd name="connsiteY2" fmla="*/ 4481321 h 5288660"/>
              <a:gd name="connsiteX3" fmla="*/ 427023 w 3505313"/>
              <a:gd name="connsiteY3" fmla="*/ 4894881 h 5288660"/>
              <a:gd name="connsiteX4" fmla="*/ 767793 w 3505313"/>
              <a:gd name="connsiteY4" fmla="*/ 4997112 h 5288660"/>
              <a:gd name="connsiteX5" fmla="*/ 1131281 w 3505313"/>
              <a:gd name="connsiteY5" fmla="*/ 4872163 h 5288660"/>
              <a:gd name="connsiteX6" fmla="*/ 3505313 w 3505313"/>
              <a:gd name="connsiteY6" fmla="*/ 2498130 h 5288660"/>
              <a:gd name="connsiteX7" fmla="*/ 1113346 w 3505313"/>
              <a:gd name="connsiteY7" fmla="*/ 118187 h 5288660"/>
              <a:gd name="connsiteX8" fmla="*/ 749476 w 3505313"/>
              <a:gd name="connsiteY8" fmla="*/ 4526 h 5288660"/>
              <a:gd name="connsiteX9" fmla="*/ 393603 w 3505313"/>
              <a:gd name="connsiteY9" fmla="*/ 145346 h 5288660"/>
              <a:gd name="connsiteX10" fmla="*/ 5110 w 3505313"/>
              <a:gd name="connsiteY10" fmla="*/ 531610 h 5288660"/>
              <a:gd name="connsiteX0" fmla="*/ 5110 w 3505313"/>
              <a:gd name="connsiteY0" fmla="*/ 531610 h 5000898"/>
              <a:gd name="connsiteX1" fmla="*/ 1969852 w 3505313"/>
              <a:gd name="connsiteY1" fmla="*/ 2502390 h 5000898"/>
              <a:gd name="connsiteX2" fmla="*/ 0 w 3505313"/>
              <a:gd name="connsiteY2" fmla="*/ 4481321 h 5000898"/>
              <a:gd name="connsiteX3" fmla="*/ 427023 w 3505313"/>
              <a:gd name="connsiteY3" fmla="*/ 4894881 h 5000898"/>
              <a:gd name="connsiteX4" fmla="*/ 767793 w 3505313"/>
              <a:gd name="connsiteY4" fmla="*/ 4997112 h 5000898"/>
              <a:gd name="connsiteX5" fmla="*/ 1131281 w 3505313"/>
              <a:gd name="connsiteY5" fmla="*/ 4872163 h 5000898"/>
              <a:gd name="connsiteX6" fmla="*/ 3505313 w 3505313"/>
              <a:gd name="connsiteY6" fmla="*/ 2498130 h 5000898"/>
              <a:gd name="connsiteX7" fmla="*/ 1113346 w 3505313"/>
              <a:gd name="connsiteY7" fmla="*/ 118187 h 5000898"/>
              <a:gd name="connsiteX8" fmla="*/ 749476 w 3505313"/>
              <a:gd name="connsiteY8" fmla="*/ 4526 h 5000898"/>
              <a:gd name="connsiteX9" fmla="*/ 393603 w 3505313"/>
              <a:gd name="connsiteY9" fmla="*/ 145346 h 5000898"/>
              <a:gd name="connsiteX10" fmla="*/ 5110 w 3505313"/>
              <a:gd name="connsiteY10" fmla="*/ 531610 h 5000898"/>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31610 h 5007261"/>
              <a:gd name="connsiteX1" fmla="*/ 1969852 w 3505313"/>
              <a:gd name="connsiteY1" fmla="*/ 2502390 h 5007261"/>
              <a:gd name="connsiteX2" fmla="*/ 0 w 3505313"/>
              <a:gd name="connsiteY2" fmla="*/ 4481321 h 5007261"/>
              <a:gd name="connsiteX3" fmla="*/ 427023 w 3505313"/>
              <a:gd name="connsiteY3" fmla="*/ 4894881 h 5007261"/>
              <a:gd name="connsiteX4" fmla="*/ 787503 w 3505313"/>
              <a:gd name="connsiteY4" fmla="*/ 5003475 h 5007261"/>
              <a:gd name="connsiteX5" fmla="*/ 1131281 w 3505313"/>
              <a:gd name="connsiteY5" fmla="*/ 4872163 h 5007261"/>
              <a:gd name="connsiteX6" fmla="*/ 3505313 w 3505313"/>
              <a:gd name="connsiteY6" fmla="*/ 2498130 h 5007261"/>
              <a:gd name="connsiteX7" fmla="*/ 1113346 w 3505313"/>
              <a:gd name="connsiteY7" fmla="*/ 118187 h 5007261"/>
              <a:gd name="connsiteX8" fmla="*/ 749476 w 3505313"/>
              <a:gd name="connsiteY8" fmla="*/ 4526 h 5007261"/>
              <a:gd name="connsiteX9" fmla="*/ 393603 w 3505313"/>
              <a:gd name="connsiteY9" fmla="*/ 145346 h 5007261"/>
              <a:gd name="connsiteX10" fmla="*/ 5110 w 3505313"/>
              <a:gd name="connsiteY10" fmla="*/ 531610 h 5007261"/>
              <a:gd name="connsiteX0" fmla="*/ 5110 w 3505313"/>
              <a:gd name="connsiteY0" fmla="*/ 529652 h 5005303"/>
              <a:gd name="connsiteX1" fmla="*/ 1969852 w 3505313"/>
              <a:gd name="connsiteY1" fmla="*/ 2500432 h 5005303"/>
              <a:gd name="connsiteX2" fmla="*/ 0 w 3505313"/>
              <a:gd name="connsiteY2" fmla="*/ 4479363 h 5005303"/>
              <a:gd name="connsiteX3" fmla="*/ 427023 w 3505313"/>
              <a:gd name="connsiteY3" fmla="*/ 4892923 h 5005303"/>
              <a:gd name="connsiteX4" fmla="*/ 787503 w 3505313"/>
              <a:gd name="connsiteY4" fmla="*/ 5001517 h 5005303"/>
              <a:gd name="connsiteX5" fmla="*/ 1131281 w 3505313"/>
              <a:gd name="connsiteY5" fmla="*/ 4870205 h 5005303"/>
              <a:gd name="connsiteX6" fmla="*/ 3505313 w 3505313"/>
              <a:gd name="connsiteY6" fmla="*/ 2496172 h 5005303"/>
              <a:gd name="connsiteX7" fmla="*/ 1160106 w 3505313"/>
              <a:gd name="connsiteY7" fmla="*/ 158794 h 5005303"/>
              <a:gd name="connsiteX8" fmla="*/ 749476 w 3505313"/>
              <a:gd name="connsiteY8" fmla="*/ 2568 h 5005303"/>
              <a:gd name="connsiteX9" fmla="*/ 393603 w 3505313"/>
              <a:gd name="connsiteY9" fmla="*/ 143388 h 5005303"/>
              <a:gd name="connsiteX10" fmla="*/ 5110 w 3505313"/>
              <a:gd name="connsiteY10" fmla="*/ 529652 h 5005303"/>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416 h 5008067"/>
              <a:gd name="connsiteX1" fmla="*/ 1969852 w 3505313"/>
              <a:gd name="connsiteY1" fmla="*/ 2503196 h 5008067"/>
              <a:gd name="connsiteX2" fmla="*/ 0 w 3505313"/>
              <a:gd name="connsiteY2" fmla="*/ 4482127 h 5008067"/>
              <a:gd name="connsiteX3" fmla="*/ 427023 w 3505313"/>
              <a:gd name="connsiteY3" fmla="*/ 4895687 h 5008067"/>
              <a:gd name="connsiteX4" fmla="*/ 787503 w 3505313"/>
              <a:gd name="connsiteY4" fmla="*/ 5004281 h 5008067"/>
              <a:gd name="connsiteX5" fmla="*/ 1131281 w 3505313"/>
              <a:gd name="connsiteY5" fmla="*/ 4872969 h 5008067"/>
              <a:gd name="connsiteX6" fmla="*/ 3505313 w 3505313"/>
              <a:gd name="connsiteY6" fmla="*/ 2498936 h 5008067"/>
              <a:gd name="connsiteX7" fmla="*/ 1160106 w 3505313"/>
              <a:gd name="connsiteY7" fmla="*/ 161558 h 5008067"/>
              <a:gd name="connsiteX8" fmla="*/ 796836 w 3505313"/>
              <a:gd name="connsiteY8" fmla="*/ 2318 h 5008067"/>
              <a:gd name="connsiteX9" fmla="*/ 393603 w 3505313"/>
              <a:gd name="connsiteY9" fmla="*/ 146152 h 5008067"/>
              <a:gd name="connsiteX10" fmla="*/ 5110 w 3505313"/>
              <a:gd name="connsiteY10" fmla="*/ 532416 h 500806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 name="connsiteX0" fmla="*/ 5110 w 3505313"/>
              <a:gd name="connsiteY0" fmla="*/ 532666 h 5008317"/>
              <a:gd name="connsiteX1" fmla="*/ 1969852 w 3505313"/>
              <a:gd name="connsiteY1" fmla="*/ 2503446 h 5008317"/>
              <a:gd name="connsiteX2" fmla="*/ 0 w 3505313"/>
              <a:gd name="connsiteY2" fmla="*/ 4482377 h 5008317"/>
              <a:gd name="connsiteX3" fmla="*/ 427023 w 3505313"/>
              <a:gd name="connsiteY3" fmla="*/ 4895937 h 5008317"/>
              <a:gd name="connsiteX4" fmla="*/ 787503 w 3505313"/>
              <a:gd name="connsiteY4" fmla="*/ 5004531 h 5008317"/>
              <a:gd name="connsiteX5" fmla="*/ 1131281 w 3505313"/>
              <a:gd name="connsiteY5" fmla="*/ 4873219 h 5008317"/>
              <a:gd name="connsiteX6" fmla="*/ 3505313 w 3505313"/>
              <a:gd name="connsiteY6" fmla="*/ 2499186 h 5008317"/>
              <a:gd name="connsiteX7" fmla="*/ 1160106 w 3505313"/>
              <a:gd name="connsiteY7" fmla="*/ 161808 h 5008317"/>
              <a:gd name="connsiteX8" fmla="*/ 796836 w 3505313"/>
              <a:gd name="connsiteY8" fmla="*/ 2568 h 5008317"/>
              <a:gd name="connsiteX9" fmla="*/ 393603 w 3505313"/>
              <a:gd name="connsiteY9" fmla="*/ 146402 h 5008317"/>
              <a:gd name="connsiteX10" fmla="*/ 5110 w 3505313"/>
              <a:gd name="connsiteY10" fmla="*/ 532666 h 5008317"/>
            </a:gdLst>
            <a:rect l="l" t="t" r="r" b="b"/>
            <a:pathLst>
              <a:path w="3505313" h="5008317">
                <a:moveTo>
                  <a:pt x="5110" y="532666"/>
                </a:moveTo>
                <a:lnTo>
                  <a:pt x="1969852" y="2503446"/>
                </a:lnTo>
                <a:lnTo>
                  <a:pt x="0" y="4482377"/>
                </a:lnTo>
                <a:lnTo>
                  <a:pt x="427023" y="4895937"/>
                </a:lnTo>
                <a:cubicBezTo>
                  <a:pt x="510281" y="4969426"/>
                  <a:pt x="670127" y="5008317"/>
                  <a:pt x="787503" y="5004531"/>
                </a:cubicBezTo>
                <a:cubicBezTo>
                  <a:pt x="904879" y="5000745"/>
                  <a:pt x="1004011" y="4978861"/>
                  <a:pt x="1131281" y="4873219"/>
                </a:cubicBezTo>
                <a:lnTo>
                  <a:pt x="3505313" y="2499186"/>
                </a:lnTo>
                <a:lnTo>
                  <a:pt x="1160106" y="161808"/>
                </a:lnTo>
                <a:cubicBezTo>
                  <a:pt x="1068649" y="89635"/>
                  <a:pt x="968345" y="5136"/>
                  <a:pt x="796836" y="2568"/>
                </a:cubicBezTo>
                <a:cubicBezTo>
                  <a:pt x="625327" y="0"/>
                  <a:pt x="475789" y="68559"/>
                  <a:pt x="393603" y="146402"/>
                </a:cubicBezTo>
                <a:lnTo>
                  <a:pt x="5110" y="532666"/>
                </a:lnTo>
                <a:close/>
              </a:path>
            </a:pathLst>
          </a:custGeom>
          <a:solidFill xmlns:a="http://schemas.openxmlformats.org/drawingml/2006/main">
            <a:schemeClr val="accent4">
              <a:lumMod val="75000"/>
            </a:schemeClr>
          </a:solidFill>
          <a:ln xmlns:a="http://schemas.openxmlformats.org/drawingml/2006/main" w="317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lvl1pPr algn="l">
              <a:spcBef>
                <a:spcPct val="0"/>
              </a:spcBef>
              <a:spcAft>
                <a:spcPct val="0"/>
              </a:spcAft>
              <a:buNone/>
              <a:defRPr kern="1200">
                <a:solidFill>
                  <a:schemeClr val="tx1"/>
                </a:solidFill>
                <a:latin typeface="Arial"/>
                <a:ea typeface="Arial"/>
                <a:cs typeface="Arial"/>
              </a:defRPr>
            </a:lvl1pPr>
            <a:lvl2pPr marL="544225" algn="l">
              <a:spcBef>
                <a:spcPct val="0"/>
              </a:spcBef>
              <a:spcAft>
                <a:spcPct val="0"/>
              </a:spcAft>
              <a:buNone/>
              <a:defRPr kern="1200">
                <a:solidFill>
                  <a:schemeClr val="tx1"/>
                </a:solidFill>
                <a:latin typeface="Arial"/>
                <a:ea typeface="Arial"/>
                <a:cs typeface="Arial"/>
              </a:defRPr>
            </a:lvl2pPr>
            <a:lvl3pPr marL="1088449" algn="l">
              <a:spcBef>
                <a:spcPct val="0"/>
              </a:spcBef>
              <a:spcAft>
                <a:spcPct val="0"/>
              </a:spcAft>
              <a:buNone/>
              <a:defRPr kern="1200">
                <a:solidFill>
                  <a:schemeClr val="tx1"/>
                </a:solidFill>
                <a:latin typeface="Arial"/>
                <a:ea typeface="Arial"/>
                <a:cs typeface="Arial"/>
              </a:defRPr>
            </a:lvl3pPr>
            <a:lvl4pPr marL="1632674" algn="l">
              <a:spcBef>
                <a:spcPct val="0"/>
              </a:spcBef>
              <a:spcAft>
                <a:spcPct val="0"/>
              </a:spcAft>
              <a:buNone/>
              <a:defRPr kern="1200">
                <a:solidFill>
                  <a:schemeClr val="tx1"/>
                </a:solidFill>
                <a:latin typeface="Arial"/>
                <a:ea typeface="Arial"/>
                <a:cs typeface="Arial"/>
              </a:defRPr>
            </a:lvl4pPr>
            <a:lvl5pPr marL="2176899" algn="l">
              <a:spcBef>
                <a:spcPct val="0"/>
              </a:spcBef>
              <a:spcAft>
                <a:spcPct val="0"/>
              </a:spcAft>
              <a:buNone/>
              <a:defRPr kern="1200">
                <a:solidFill>
                  <a:schemeClr val="tx1"/>
                </a:solidFill>
                <a:latin typeface="Arial"/>
                <a:ea typeface="Arial"/>
                <a:cs typeface="Arial"/>
              </a:defRPr>
            </a:lvl5pPr>
            <a:lvl6pPr marL="2721123" algn="l" defTabSz="1088449">
              <a:buNone/>
              <a:defRPr kern="1200">
                <a:solidFill>
                  <a:schemeClr val="tx1"/>
                </a:solidFill>
                <a:latin typeface="Arial"/>
                <a:ea typeface="Arial"/>
                <a:cs typeface="Arial"/>
              </a:defRPr>
            </a:lvl6pPr>
            <a:lvl7pPr marL="3265348" algn="l" defTabSz="1088449">
              <a:buNone/>
              <a:defRPr kern="1200">
                <a:solidFill>
                  <a:schemeClr val="tx1"/>
                </a:solidFill>
                <a:latin typeface="Arial"/>
                <a:ea typeface="Arial"/>
                <a:cs typeface="Arial"/>
              </a:defRPr>
            </a:lvl7pPr>
            <a:lvl8pPr marL="3809573" algn="l" defTabSz="1088449">
              <a:buNone/>
              <a:defRPr kern="1200">
                <a:solidFill>
                  <a:schemeClr val="tx1"/>
                </a:solidFill>
                <a:latin typeface="Arial"/>
                <a:ea typeface="Arial"/>
                <a:cs typeface="Arial"/>
              </a:defRPr>
            </a:lvl8pPr>
            <a:lvl9pPr marL="4353797" algn="l" defTabSz="1088449">
              <a:buNone/>
              <a:defRPr kern="1200">
                <a:solidFill>
                  <a:schemeClr val="tx1"/>
                </a:solidFill>
                <a:latin typeface="Arial"/>
                <a:ea typeface="Arial"/>
                <a:cs typeface="Arial"/>
              </a:defRPr>
            </a:lvl9pPr>
          </a:lstStyle>
          <a:p xmlns:a="http://schemas.openxmlformats.org/drawingml/2006/main">
            <a:pPr algn="ctr">
              <a:spcBef>
                <a:spcPct val="0"/>
              </a:spcBef>
              <a:spcAft>
                <a:spcPct val="0"/>
              </a:spcAft>
              <a:buNone/>
            </a:pPr>
            <a:endParaRPr kern="1200">
              <a:solidFill>
                <a:schemeClr val="lt1"/>
              </a:solidFill>
              <a:latin typeface="+mj-lt"/>
              <a:ea typeface="+mj-lt"/>
              <a:cs typeface="+mj-lt"/>
            </a:endParaRPr>
          </a:p>
        </p:txBody>
      </p:sp>
      <p:pic>
        <p:nvPicPr>
          <p:cNvPr id="7" name="Picture 6">
            <a:extLst xmlns:a="http://schemas.openxmlformats.org/drawingml/2006/main">
              <a:ext uri="{FF2B5EF4-FFF2-40B4-BE49-F238E27FC236}">
                <a16:creationId xmlns:a16="http://schemas.microsoft.com/office/drawing/2014/main" id="{E7138DFC-40AE-4EC5-B2B6-60301BE6AEFC}"/>
              </a:ext>
            </a:extLst>
          </p:cNvPr>
          <p:cNvPicPr>
            <a:picLocks xmlns:a="http://schemas.openxmlformats.org/drawingml/2006/main" noChangeAspect="1"/>
          </p:cNvPicPr>
          <p:nvPr/>
        </p:nvPicPr>
        <p:blipFill>
          <a:blip xmlns:r="http://schemas.openxmlformats.org/officeDocument/2006/relationships" xmlns:a="http://schemas.openxmlformats.org/drawingml/2006/main" r:embed="Rcf99ddb694eb4b97"/>
          <a:stretch xmlns:a="http://schemas.openxmlformats.org/drawingml/2006/main">
            <a:fillRect l="0" t="0" r="0" b="0"/>
          </a:stretch>
        </p:blipFill>
        <p:spPr>
          <a:xfrm xmlns:a="http://schemas.openxmlformats.org/drawingml/2006/main">
            <a:off x="8620125" y="3721143"/>
            <a:ext cx="3147417" cy="2876739"/>
          </a:xfrm>
          <a:prstGeom xmlns:a="http://schemas.openxmlformats.org/drawingml/2006/main" prst="rect">
            <a:avLst/>
          </a:prstGeom>
        </p:spPr>
      </p:pic>
      <p:sp>
        <p:nvSpPr>
          <p:cNvPr id="2" name="Text Placeholder 2">
            <a:extLst xmlns:a="http://schemas.openxmlformats.org/drawingml/2006/main">
              <a:ext uri="{FF2B5EF4-FFF2-40B4-BE49-F238E27FC236}">
                <a16:creationId xmlns:a16="http://schemas.microsoft.com/office/drawing/2014/main" id="{69F32C3A-7F1A-BA2B-0E92-6A527492A4BF}"/>
              </a:ext>
            </a:extLst>
          </p:cNvPr>
          <p:cNvSpPr>
            <a:spLocks xmlns:a="http://schemas.openxmlformats.org/drawingml/2006/main" noGrp="1"/>
          </p:cNvSpPr>
          <p:nvPr>
            <p:ph type="body" idx="11"/>
          </p:nvPr>
        </p:nvSpPr>
        <p:spPr>
          <a:xfrm xmlns:a="http://schemas.openxmlformats.org/drawingml/2006/main">
            <a:off x="2836646" y="4285827"/>
            <a:ext cx="4566030" cy="221907"/>
          </a:xfrm>
        </p:spPr>
        <p:txBody>
          <a:bodyPr xmlns:a="http://schemas.openxmlformats.org/drawingml/2006/main" wrap="square">
            <a:spAutoFit/>
          </a:bodyPr>
          <a:lstStyle xmlns:a="http://schemas.openxmlformats.org/drawingml/2006/main">
            <a:lvl1pPr marL="0" marR="0" indent="0" algn="l" defTabSz="1088667">
              <a:lnSpc>
                <a:spcPct val="110000"/>
              </a:lnSpc>
              <a:spcBef>
                <a:spcPts val="0"/>
              </a:spcBef>
              <a:spcAft>
                <a:spcPts val="0"/>
              </a:spcAft>
              <a:buClrTx/>
              <a:buSzTx/>
              <a:buFontTx/>
              <a:buNone/>
              <a:defRPr sz="1400" b="0">
                <a:solidFill>
                  <a:schemeClr val="bg1"/>
                </a:solidFill>
              </a:defRPr>
            </a:lvl1pPr>
          </a:lstStyle>
          <a:p xmlns:a="http://schemas.openxmlformats.org/drawingml/2006/main">
            <a:pPr lvl="0">
              <a:buNone/>
            </a:pPr>
            <a:r>
              <a:t>Click to edit Master text styles</a:t>
            </a:r>
          </a:p>
        </p:txBody>
      </p:sp>
      <p:sp>
        <p:nvSpPr>
          <p:cNvPr id="10" name="Title 12">
            <a:extLst xmlns:a="http://schemas.openxmlformats.org/drawingml/2006/main">
              <a:ext uri="{FF2B5EF4-FFF2-40B4-BE49-F238E27FC236}">
                <a16:creationId xmlns:a16="http://schemas.microsoft.com/office/drawing/2014/main" id="{205D0AEB-C9FA-DE0C-723B-66023C8C6600}"/>
              </a:ext>
            </a:extLst>
          </p:cNvPr>
          <p:cNvSpPr>
            <a:spLocks xmlns:a="http://schemas.openxmlformats.org/drawingml/2006/main" noGrp="1"/>
          </p:cNvSpPr>
          <p:nvPr>
            <p:ph type="title" idx="0"/>
          </p:nvPr>
        </p:nvSpPr>
        <p:spPr>
          <a:xfrm xmlns:a="http://schemas.openxmlformats.org/drawingml/2006/main">
            <a:off x="2836646" y="3655612"/>
            <a:ext cx="6521882" cy="498598"/>
          </a:xfrm>
        </p:spPr>
        <p:txBody>
          <a:bodyPr xmlns:a="http://schemas.openxmlformats.org/drawingml/2006/main" wrap="square" anchor="b">
            <a:spAutoFit/>
          </a:bodyPr>
          <a:lstStyle xmlns:a="http://schemas.openxmlformats.org/drawingml/2006/main">
            <a:lvl1pPr algn="l">
              <a:lnSpc>
                <a:spcPct val="90000"/>
              </a:lnSpc>
              <a:buNone/>
              <a:defRPr sz="3600" b="1" spc="-30" baseline="0">
                <a:solidFill>
                  <a:schemeClr val="bg1"/>
                </a:solidFill>
                <a:latin typeface="+mj-lt"/>
                <a:ea typeface="+mj-lt"/>
                <a:cs typeface="+mj-lt"/>
              </a:defRPr>
            </a:lvl1pPr>
          </a:lstStyle>
          <a:p xmlns:a="http://schemas.openxmlformats.org/drawingml/2006/main">
            <a:r>
              <a:t>Click to edit Master title style</a:t>
            </a:r>
            <a:endParaRPr/>
          </a:p>
        </p:txBody>
      </p:sp>
    </p:spTree>
  </p:cSld>
</p:sldLayout>
</file>

<file path=ppt/slideLayouts/slideLayout6.xml><?xml version="1.0" encoding="utf-8"?>
<p:sldLayout xmlns:p="http://schemas.openxmlformats.org/presentationml/2006/main" showMasterSp="0" preserve="1" userDrawn="1">
  <p:cSld name="16_Sign_Off_1">
    <p:bg>
      <p:bgPr>
        <a:solidFill xmlns:a="http://schemas.openxmlformats.org/drawingml/2006/main">
          <a:schemeClr val="bg1"/>
        </a:solidFill>
      </p:bgPr>
    </p:bg>
    <p:spTree>
      <p:nvGrpSpPr>
        <p:cNvPr id="1" name=""/>
        <p:cNvGrpSpPr/>
        <p:nvPr/>
      </p:nvGrpSpPr>
      <p:grpSpPr>
        <a:xfrm xmlns:a="http://schemas.openxmlformats.org/drawingml/2006/main"/>
      </p:grpSpPr>
      <p:sp>
        <p:nvSpPr>
          <p:cNvPr id="7" name="Freeform 7">
            <a:extLst xmlns:a="http://schemas.openxmlformats.org/drawingml/2006/main">
              <a:ext uri="{FF2B5EF4-FFF2-40B4-BE49-F238E27FC236}">
                <a16:creationId xmlns:a16="http://schemas.microsoft.com/office/drawing/2014/main" id="{321CDB0F-D01B-1B68-C6EC-D7632C050F09}"/>
              </a:ext>
            </a:extLst>
          </p:cNvPr>
          <p:cNvSpPr>
            <a:spLocks xmlns:a="http://schemas.openxmlformats.org/drawingml/2006/main" noGrp="1"/>
          </p:cNvSpPr>
          <p:nvPr/>
        </p:nvSpPr>
        <p:spPr>
          <a:xfrm xmlns:a="http://schemas.openxmlformats.org/drawingml/2006/main" flipH="1">
            <a:off x="4909745" y="0"/>
            <a:ext cx="7300547" cy="4787900"/>
          </a:xfrm>
          <a:custGeom xmlns:a="http://schemas.openxmlformats.org/drawingml/2006/main">
            <a:rect l="l" t="t" r="r" b="b"/>
            <a:pathLst>
              <a:path w="9425227" h="9653398">
                <a:moveTo>
                  <a:pt x="0" y="0"/>
                </a:moveTo>
                <a:lnTo>
                  <a:pt x="9425227" y="0"/>
                </a:lnTo>
                <a:lnTo>
                  <a:pt x="9425227" y="9653399"/>
                </a:lnTo>
                <a:lnTo>
                  <a:pt x="0" y="9653399"/>
                </a:lnTo>
                <a:lnTo>
                  <a:pt x="0" y="0"/>
                </a:lnTo>
                <a:close/>
              </a:path>
            </a:pathLst>
          </a:custGeom>
          <a:blipFill xmlns:a="http://schemas.openxmlformats.org/drawingml/2006/main">
            <a:blip xmlns:r="http://schemas.openxmlformats.org/officeDocument/2006/relationships" r:embed="R9e1ace491a31408d">
              <a:alphaModFix amt="60000"/>
              <a:extLst>
                <a:ext uri="{96DAC541-7B7A-43D3-8B79-37D633B846F1}">
                  <asvg:svgBlip xmlns:asvg="http://schemas.microsoft.com/office/drawing/2016/SVG/main" r:embed="Ra8b1a7be94e348e0"/>
                </a:ext>
              </a:extLst>
            </a:blip>
            <a:stretch>
              <a:fillRect l="-40231" t="-43892" r="16951" b="10832"/>
            </a:stretch>
          </a:blipFill>
        </p:spPr>
        <p:txBody>
          <a:bodyPr xmlns:a="http://schemas.openxmlformats.org/drawingml/2006/main"/>
          <a:lstStyle xmlns:a="http://schemas.openxmlformats.org/drawingml/2006/main"/>
          <a:p xmlns:a="http://schemas.openxmlformats.org/drawingml/2006/main">
            <a:pPr marL="0" marR="0" lvl="0" indent="0" algn="l" defTabSz="914400">
              <a:lnSpc>
                <a:spcPct val="100000"/>
              </a:lnSpc>
              <a:spcBef>
                <a:spcPct val="0"/>
              </a:spcBef>
              <a:spcAft>
                <a:spcPct val="0"/>
              </a:spcAft>
              <a:buClrTx/>
              <a:buSzTx/>
              <a:buFontTx/>
              <a:buNone/>
            </a:pPr>
            <a:endParaRPr sz="1800" b="0" i="0" u="none" strike="noStrike" kern="1200" cap="none" spc="0" baseline="0">
              <a:ln>
                <a:noFill/>
              </a:ln>
              <a:solidFill>
                <a:srgbClr val="000000"/>
              </a:solidFill>
              <a:highlight>
                <a:srgbClr val="FFFF00"/>
              </a:highlight>
              <a:latin typeface="Arial"/>
              <a:ea typeface="Arial"/>
              <a:cs typeface="Arial"/>
            </a:endParaRPr>
          </a:p>
        </p:txBody>
      </p:sp>
      <p:pic>
        <p:nvPicPr>
          <p:cNvPr id="3" name="Picture 2">
            <a:extLst xmlns:a="http://schemas.openxmlformats.org/drawingml/2006/main">
              <a:ext uri="{FF2B5EF4-FFF2-40B4-BE49-F238E27FC236}">
                <a16:creationId xmlns:a16="http://schemas.microsoft.com/office/drawing/2014/main" id="{A4D0D086-8507-47DA-8B11-01722D55A035}"/>
              </a:ext>
            </a:extLst>
          </p:cNvPr>
          <p:cNvPicPr>
            <a:picLocks xmlns:a="http://schemas.openxmlformats.org/drawingml/2006/main" noChangeAspect="1"/>
          </p:cNvPicPr>
          <p:nvPr/>
        </p:nvPicPr>
        <p:blipFill>
          <a:blip xmlns:r="http://schemas.openxmlformats.org/officeDocument/2006/relationships" xmlns:a="http://schemas.openxmlformats.org/drawingml/2006/main" r:embed="R9a393f702807492e"/>
          <a:stretch xmlns:a="http://schemas.openxmlformats.org/drawingml/2006/main">
            <a:fillRect l="0" t="0" r="0" b="0"/>
          </a:stretch>
        </p:blipFill>
        <p:spPr>
          <a:xfrm xmlns:a="http://schemas.openxmlformats.org/drawingml/2006/main">
            <a:off x="205917" y="186138"/>
            <a:ext cx="2075247" cy="579360"/>
          </a:xfrm>
          <a:prstGeom xmlns:a="http://schemas.openxmlformats.org/drawingml/2006/main" prst="rect">
            <a:avLst/>
          </a:prstGeom>
        </p:spPr>
      </p:pic>
    </p:spTree>
  </p:cSld>
</p:sldLayout>
</file>

<file path=ppt/slideLayouts/slideLayout7.xml><?xml version="1.0" encoding="utf-8"?>
<p:sldLayout xmlns:p="http://schemas.openxmlformats.org/presentationml/2006/main" showMasterSp="0" preserve="1" userDrawn="1">
  <p:cSld name="17_Sign_Off_1">
    <p:bg>
      <p:bgPr>
        <a:solidFill xmlns:a="http://schemas.openxmlformats.org/drawingml/2006/main">
          <a:schemeClr val="bg1"/>
        </a:solidFill>
      </p:bgPr>
    </p:bg>
    <p:spTree>
      <p:nvGrpSpPr>
        <p:cNvPr id="1" name=""/>
        <p:cNvGrpSpPr/>
        <p:nvPr/>
      </p:nvGrpSpPr>
      <p:grpSpPr>
        <a:xfrm xmlns:a="http://schemas.openxmlformats.org/drawingml/2006/main"/>
      </p:grpSpPr>
      <p:sp>
        <p:nvSpPr>
          <p:cNvPr id="6" name="Freeform 7">
            <a:extLst xmlns:a="http://schemas.openxmlformats.org/drawingml/2006/main">
              <a:ext uri="{FF2B5EF4-FFF2-40B4-BE49-F238E27FC236}">
                <a16:creationId xmlns:a16="http://schemas.microsoft.com/office/drawing/2014/main" id="{727BBD09-0307-A6B3-0E65-8652D5893B8C}"/>
              </a:ext>
            </a:extLst>
          </p:cNvPr>
          <p:cNvSpPr>
            <a:spLocks xmlns:a="http://schemas.openxmlformats.org/drawingml/2006/main" noGrp="1"/>
          </p:cNvSpPr>
          <p:nvPr/>
        </p:nvSpPr>
        <p:spPr>
          <a:xfrm xmlns:a="http://schemas.openxmlformats.org/drawingml/2006/main">
            <a:off x="0" y="0"/>
            <a:ext cx="7300547" cy="4787900"/>
          </a:xfrm>
          <a:custGeom xmlns:a="http://schemas.openxmlformats.org/drawingml/2006/main">
            <a:rect l="l" t="t" r="r" b="b"/>
            <a:pathLst>
              <a:path w="9425227" h="9653398">
                <a:moveTo>
                  <a:pt x="0" y="0"/>
                </a:moveTo>
                <a:lnTo>
                  <a:pt x="9425227" y="0"/>
                </a:lnTo>
                <a:lnTo>
                  <a:pt x="9425227" y="9653399"/>
                </a:lnTo>
                <a:lnTo>
                  <a:pt x="0" y="9653399"/>
                </a:lnTo>
                <a:lnTo>
                  <a:pt x="0" y="0"/>
                </a:lnTo>
                <a:close/>
              </a:path>
            </a:pathLst>
          </a:custGeom>
          <a:blipFill xmlns:a="http://schemas.openxmlformats.org/drawingml/2006/main" rotWithShape="1">
            <a:blip xmlns:r="http://schemas.openxmlformats.org/officeDocument/2006/relationships" r:embed="Re7807b0604094d9f">
              <a:alphaModFix amt="30000"/>
              <a:extLst>
                <a:ext uri="{96DAC541-7B7A-43D3-8B79-37D633B846F1}">
                  <asvg:svgBlip xmlns:asvg="http://schemas.microsoft.com/office/drawing/2016/SVG/main" r:embed="Rc2c7b82d04f44ef4"/>
                </a:ext>
              </a:extLst>
            </a:blip>
            <a:srcRect l="0" t="0" r="0" b="0"/>
            <a:stretch>
              <a:fillRect l="-40231" t="-43892" r="16951" b="10832"/>
            </a:stretch>
          </a:blipFill>
        </p:spPr>
        <p:txBody>
          <a:bodyPr xmlns:a="http://schemas.openxmlformats.org/drawingml/2006/main"/>
          <a:lstStyle xmlns:a="http://schemas.openxmlformats.org/drawingml/2006/main"/>
          <a:p xmlns:a="http://schemas.openxmlformats.org/drawingml/2006/main">
            <a:pPr marL="0" marR="0" lvl="0" indent="0" algn="l" defTabSz="914400">
              <a:lnSpc>
                <a:spcPct val="100000"/>
              </a:lnSpc>
              <a:spcBef>
                <a:spcPct val="0"/>
              </a:spcBef>
              <a:spcAft>
                <a:spcPct val="0"/>
              </a:spcAft>
              <a:buClrTx/>
              <a:buSzTx/>
              <a:buFontTx/>
              <a:buNone/>
            </a:pPr>
            <a:endParaRPr sz="1800" b="0" i="0" u="none" strike="noStrike" kern="1200" cap="none" spc="0" baseline="0">
              <a:ln>
                <a:noFill/>
              </a:ln>
              <a:solidFill>
                <a:srgbClr val="000000"/>
              </a:solidFill>
              <a:highlight>
                <a:srgbClr val="FFFF00"/>
              </a:highlight>
              <a:latin typeface="Arial"/>
              <a:ea typeface="Arial"/>
              <a:cs typeface="Arial"/>
            </a:endParaRPr>
          </a:p>
        </p:txBody>
      </p:sp>
      <p:pic>
        <p:nvPicPr>
          <p:cNvPr id="3" name="Picture 2">
            <a:extLst xmlns:a="http://schemas.openxmlformats.org/drawingml/2006/main">
              <a:ext uri="{FF2B5EF4-FFF2-40B4-BE49-F238E27FC236}">
                <a16:creationId xmlns:a16="http://schemas.microsoft.com/office/drawing/2014/main" id="{54C1405B-2A5A-4DD3-A50D-A612494FFEC0}"/>
              </a:ext>
            </a:extLst>
          </p:cNvPr>
          <p:cNvPicPr>
            <a:picLocks xmlns:a="http://schemas.openxmlformats.org/drawingml/2006/main" noChangeAspect="1"/>
          </p:cNvPicPr>
          <p:nvPr/>
        </p:nvPicPr>
        <p:blipFill>
          <a:blip xmlns:r="http://schemas.openxmlformats.org/officeDocument/2006/relationships" xmlns:a="http://schemas.openxmlformats.org/drawingml/2006/main" r:embed="Rd164c577945140e2"/>
          <a:stretch xmlns:a="http://schemas.openxmlformats.org/drawingml/2006/main">
            <a:fillRect l="0" t="0" r="0" b="0"/>
          </a:stretch>
        </p:blipFill>
        <p:spPr>
          <a:xfrm xmlns:a="http://schemas.openxmlformats.org/drawingml/2006/main">
            <a:off x="205917" y="186138"/>
            <a:ext cx="2075247" cy="579360"/>
          </a:xfrm>
          <a:prstGeom xmlns:a="http://schemas.openxmlformats.org/drawingml/2006/main" prst="rect">
            <a:avLst/>
          </a:prstGeom>
        </p:spPr>
      </p:pic>
      <p:sp>
        <p:nvSpPr>
          <p:cNvPr id="4" name="Title 12">
            <a:extLst xmlns:a="http://schemas.openxmlformats.org/drawingml/2006/main">
              <a:ext uri="{FF2B5EF4-FFF2-40B4-BE49-F238E27FC236}">
                <a16:creationId xmlns:a16="http://schemas.microsoft.com/office/drawing/2014/main" id="{A4676C83-6FFB-C52A-3C48-6B661921A818}"/>
              </a:ext>
            </a:extLst>
          </p:cNvPr>
          <p:cNvSpPr>
            <a:spLocks xmlns:a="http://schemas.openxmlformats.org/drawingml/2006/main" noGrp="1"/>
          </p:cNvSpPr>
          <p:nvPr>
            <p:ph type="title" idx="0"/>
          </p:nvPr>
        </p:nvSpPr>
        <p:spPr>
          <a:xfrm xmlns:a="http://schemas.openxmlformats.org/drawingml/2006/main">
            <a:off x="1634577" y="1965920"/>
            <a:ext cx="8893723" cy="2377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vert="horz" wrap="square" lIns="0" tIns="0" rIns="0" bIns="0" anchor="t">
            <a:noAutofit/>
          </a:bodyPr>
          <a:lstStyle xmlns:a="http://schemas.openxmlformats.org/drawingml/2006/main">
            <a:lvl1pPr>
              <a:buNone/>
              <a:defRPr sz="4000" kern="0">
                <a:solidFill>
                  <a:schemeClr val="tx1"/>
                </a:solidFill>
              </a:defRPr>
            </a:lvl1pPr>
          </a:lstStyle>
          <a:p xmlns:a="http://schemas.openxmlformats.org/drawingml/2006/main">
            <a:pPr lvl="0">
              <a:buNone/>
            </a:pPr>
            <a:r>
              <a:t>Click to edit Master title style</a:t>
            </a:r>
            <a:endParaRPr/>
          </a:p>
        </p:txBody>
      </p:sp>
    </p:spTree>
  </p:cSld>
</p:sldLayout>
</file>

<file path=ppt/slideLayouts/slideLayout8.xml><?xml version="1.0" encoding="utf-8"?>
<p:sldLayout xmlns:p="http://schemas.openxmlformats.org/presentationml/2006/main" showMasterSp="0" preserve="1" userDrawn="1">
  <p:cSld name="18_Sign_Off_1">
    <p:bg>
      <p:bgRef idx="1001">
        <a:schemeClr xmlns:a="http://schemas.openxmlformats.org/drawingml/2006/main" val="bg1"/>
      </p:bgRef>
    </p:bg>
    <p:spTree>
      <p:nvGrpSpPr>
        <p:cNvPr id="1" name=""/>
        <p:cNvGrpSpPr/>
        <p:nvPr/>
      </p:nvGrpSpPr>
      <p:grpSpPr>
        <a:xfrm xmlns:a="http://schemas.openxmlformats.org/drawingml/2006/main"/>
      </p:grpSpPr>
      <p:pic>
        <p:nvPicPr>
          <p:cNvPr id="3" name="Picture 2">
            <a:extLst xmlns:a="http://schemas.openxmlformats.org/drawingml/2006/main">
              <a:ext uri="{FF2B5EF4-FFF2-40B4-BE49-F238E27FC236}">
                <a16:creationId xmlns:a16="http://schemas.microsoft.com/office/drawing/2014/main" id="{DAB45312-ADCE-4581-B180-033901FD6CE3}"/>
              </a:ext>
            </a:extLst>
          </p:cNvPr>
          <p:cNvPicPr>
            <a:picLocks xmlns:a="http://schemas.openxmlformats.org/drawingml/2006/main" noChangeAspect="1"/>
          </p:cNvPicPr>
          <p:nvPr/>
        </p:nvPicPr>
        <p:blipFill>
          <a:blip xmlns:r="http://schemas.openxmlformats.org/officeDocument/2006/relationships" xmlns:a="http://schemas.openxmlformats.org/drawingml/2006/main" r:embed="R956e45ffc27d4b62"/>
          <a:stretch xmlns:a="http://schemas.openxmlformats.org/drawingml/2006/main">
            <a:fillRect l="0" t="0" r="0" b="0"/>
          </a:stretch>
        </p:blipFill>
        <p:spPr>
          <a:xfrm xmlns:a="http://schemas.openxmlformats.org/drawingml/2006/main">
            <a:off x="205917" y="186138"/>
            <a:ext cx="2075247" cy="579360"/>
          </a:xfrm>
          <a:prstGeom xmlns:a="http://schemas.openxmlformats.org/drawingml/2006/main" prst="rect">
            <a:avLst/>
          </a:prstGeom>
        </p:spPr>
      </p:pic>
      <p:sp>
        <p:nvSpPr>
          <p:cNvPr id="4" name="Title 12">
            <a:extLst xmlns:a="http://schemas.openxmlformats.org/drawingml/2006/main">
              <a:ext uri="{FF2B5EF4-FFF2-40B4-BE49-F238E27FC236}">
                <a16:creationId xmlns:a16="http://schemas.microsoft.com/office/drawing/2014/main" id="{DD4A68FD-772D-DBDB-C957-190F3D613C6C}"/>
              </a:ext>
            </a:extLst>
          </p:cNvPr>
          <p:cNvSpPr>
            <a:spLocks xmlns:a="http://schemas.openxmlformats.org/drawingml/2006/main" noGrp="1"/>
          </p:cNvSpPr>
          <p:nvPr>
            <p:ph type="title" idx="0"/>
          </p:nvPr>
        </p:nvSpPr>
        <p:spPr>
          <a:xfrm xmlns:a="http://schemas.openxmlformats.org/drawingml/2006/main">
            <a:off x="1634577" y="1965920"/>
            <a:ext cx="8893723" cy="2377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vert="horz" wrap="square" lIns="0" tIns="0" rIns="0" bIns="0" anchor="t">
            <a:noAutofit/>
          </a:bodyPr>
          <a:lstStyle xmlns:a="http://schemas.openxmlformats.org/drawingml/2006/main">
            <a:lvl1pPr>
              <a:buNone/>
              <a:defRPr sz="4000" kern="0">
                <a:solidFill>
                  <a:schemeClr val="tx1"/>
                </a:solidFill>
              </a:defRPr>
            </a:lvl1pPr>
          </a:lstStyle>
          <a:p xmlns:a="http://schemas.openxmlformats.org/drawingml/2006/main">
            <a:pPr lvl="0">
              <a:buNone/>
            </a:pPr>
            <a:r>
              <a:t>Click to edit Master title style</a:t>
            </a:r>
            <a:endParaRPr/>
          </a:p>
        </p:txBody>
      </p:sp>
      <p:sp>
        <p:nvSpPr>
          <p:cNvPr id="5" name="Freeform 7">
            <a:extLst xmlns:a="http://schemas.openxmlformats.org/drawingml/2006/main">
              <a:ext uri="{FF2B5EF4-FFF2-40B4-BE49-F238E27FC236}">
                <a16:creationId xmlns:a16="http://schemas.microsoft.com/office/drawing/2014/main" id="{F7F9F020-8AC9-5C70-556F-829C7E4F3970}"/>
              </a:ext>
            </a:extLst>
          </p:cNvPr>
          <p:cNvSpPr>
            <a:spLocks xmlns:a="http://schemas.openxmlformats.org/drawingml/2006/main" noGrp="1"/>
          </p:cNvSpPr>
          <p:nvPr/>
        </p:nvSpPr>
        <p:spPr>
          <a:xfrm xmlns:a="http://schemas.openxmlformats.org/drawingml/2006/main" flipH="1">
            <a:off x="7524000" y="0"/>
            <a:ext cx="4686293" cy="3073400"/>
          </a:xfrm>
          <a:custGeom xmlns:a="http://schemas.openxmlformats.org/drawingml/2006/main">
            <a:rect l="l" t="t" r="r" b="b"/>
            <a:pathLst>
              <a:path w="9425227" h="9653398">
                <a:moveTo>
                  <a:pt x="0" y="0"/>
                </a:moveTo>
                <a:lnTo>
                  <a:pt x="9425227" y="0"/>
                </a:lnTo>
                <a:lnTo>
                  <a:pt x="9425227" y="9653399"/>
                </a:lnTo>
                <a:lnTo>
                  <a:pt x="0" y="9653399"/>
                </a:lnTo>
                <a:lnTo>
                  <a:pt x="0" y="0"/>
                </a:lnTo>
                <a:close/>
              </a:path>
            </a:pathLst>
          </a:custGeom>
          <a:blipFill xmlns:a="http://schemas.openxmlformats.org/drawingml/2006/main">
            <a:blip xmlns:r="http://schemas.openxmlformats.org/officeDocument/2006/relationships" r:embed="R53cd377ca6f14512">
              <a:alphaModFix amt="60000"/>
              <a:extLst>
                <a:ext uri="{96DAC541-7B7A-43D3-8B79-37D633B846F1}">
                  <asvg:svgBlip xmlns:asvg="http://schemas.microsoft.com/office/drawing/2016/SVG/main" r:embed="R35c039b79013473d"/>
                </a:ext>
              </a:extLst>
            </a:blip>
            <a:stretch>
              <a:fillRect l="-40231" t="-43892" r="16951" b="10832"/>
            </a:stretch>
          </a:blipFill>
        </p:spPr>
        <p:txBody>
          <a:bodyPr xmlns:a="http://schemas.openxmlformats.org/drawingml/2006/main"/>
          <a:lstStyle xmlns:a="http://schemas.openxmlformats.org/drawingml/2006/main"/>
          <a:p xmlns:a="http://schemas.openxmlformats.org/drawingml/2006/main">
            <a:pPr marL="0" marR="0" lvl="0" indent="0" algn="l" defTabSz="914400">
              <a:lnSpc>
                <a:spcPct val="100000"/>
              </a:lnSpc>
              <a:spcBef>
                <a:spcPct val="0"/>
              </a:spcBef>
              <a:spcAft>
                <a:spcPct val="0"/>
              </a:spcAft>
              <a:buClrTx/>
              <a:buSzTx/>
              <a:buFontTx/>
              <a:buNone/>
            </a:pPr>
            <a:endParaRPr sz="1800" b="0" i="0" u="none" strike="noStrike" kern="1200" cap="none" spc="0" baseline="0">
              <a:ln>
                <a:noFill/>
              </a:ln>
              <a:solidFill>
                <a:srgbClr val="000000"/>
              </a:solidFill>
              <a:highlight>
                <a:srgbClr val="FFFF00"/>
              </a:highlight>
              <a:latin typeface="Arial"/>
              <a:ea typeface="Arial"/>
              <a:cs typeface="Arial"/>
            </a:endParaRPr>
          </a:p>
        </p:txBody>
      </p:sp>
    </p:spTree>
  </p:cSld>
</p:sldLayout>
</file>

<file path=ppt/slideLayouts/slideLayout9.xml><?xml version="1.0" encoding="utf-8"?>
<p:sldLayout xmlns:p="http://schemas.openxmlformats.org/presentationml/2006/main" showMasterSp="0" preserve="1" userDrawn="1">
  <p:cSld name="19_Sign_Off_1">
    <p:bg>
      <p:bgRef idx="1001">
        <a:schemeClr xmlns:a="http://schemas.openxmlformats.org/drawingml/2006/main" val="bg1"/>
      </p:bgRef>
    </p:bg>
    <p:spTree>
      <p:nvGrpSpPr>
        <p:cNvPr id="1" name=""/>
        <p:cNvGrpSpPr/>
        <p:nvPr/>
      </p:nvGrpSpPr>
      <p:grpSpPr>
        <a:xfrm xmlns:a="http://schemas.openxmlformats.org/drawingml/2006/main"/>
      </p:grpSpPr>
      <p:sp>
        <p:nvSpPr>
          <p:cNvPr id="7" name="Freeform 7">
            <a:extLst xmlns:a="http://schemas.openxmlformats.org/drawingml/2006/main">
              <a:ext uri="{FF2B5EF4-FFF2-40B4-BE49-F238E27FC236}">
                <a16:creationId xmlns:a16="http://schemas.microsoft.com/office/drawing/2014/main" id="{321CDB0F-D01B-1B68-C6EC-D7632C050F09}"/>
              </a:ext>
            </a:extLst>
          </p:cNvPr>
          <p:cNvSpPr>
            <a:spLocks xmlns:a="http://schemas.openxmlformats.org/drawingml/2006/main" noGrp="1"/>
          </p:cNvSpPr>
          <p:nvPr/>
        </p:nvSpPr>
        <p:spPr>
          <a:xfrm xmlns:a="http://schemas.openxmlformats.org/drawingml/2006/main" rot="5400000" flipH="1">
            <a:off x="4166935" y="-1168652"/>
            <a:ext cx="9696951" cy="6359528"/>
          </a:xfrm>
          <a:custGeom xmlns:a="http://schemas.openxmlformats.org/drawingml/2006/main">
            <a:rect l="l" t="t" r="r" b="b"/>
            <a:pathLst>
              <a:path w="9425227" h="9653398">
                <a:moveTo>
                  <a:pt x="0" y="0"/>
                </a:moveTo>
                <a:lnTo>
                  <a:pt x="9425227" y="0"/>
                </a:lnTo>
                <a:lnTo>
                  <a:pt x="9425227" y="9653399"/>
                </a:lnTo>
                <a:lnTo>
                  <a:pt x="0" y="9653399"/>
                </a:lnTo>
                <a:lnTo>
                  <a:pt x="0" y="0"/>
                </a:lnTo>
                <a:close/>
              </a:path>
            </a:pathLst>
          </a:custGeom>
          <a:blipFill xmlns:a="http://schemas.openxmlformats.org/drawingml/2006/main" rotWithShape="1">
            <a:blip xmlns:r="http://schemas.openxmlformats.org/officeDocument/2006/relationships" r:embed="Rdb4baaa93bb84346">
              <a:alphaModFix amt="30000"/>
              <a:extLst>
                <a:ext uri="{96DAC541-7B7A-43D3-8B79-37D633B846F1}">
                  <asvg:svgBlip xmlns:asvg="http://schemas.microsoft.com/office/drawing/2016/SVG/main" r:embed="R662661d70eaa48ab"/>
                </a:ext>
              </a:extLst>
            </a:blip>
            <a:srcRect l="0" t="0" r="0" b="0"/>
            <a:stretch>
              <a:fillRect l="-40231" t="-43892" r="16951" b="10832"/>
            </a:stretch>
          </a:blipFill>
        </p:spPr>
        <p:txBody>
          <a:bodyPr xmlns:a="http://schemas.openxmlformats.org/drawingml/2006/main"/>
          <a:lstStyle xmlns:a="http://schemas.openxmlformats.org/drawingml/2006/main"/>
          <a:p xmlns:a="http://schemas.openxmlformats.org/drawingml/2006/main">
            <a:pPr marL="0" marR="0" lvl="0" indent="0" algn="l" defTabSz="914400">
              <a:lnSpc>
                <a:spcPct val="100000"/>
              </a:lnSpc>
              <a:spcBef>
                <a:spcPct val="0"/>
              </a:spcBef>
              <a:spcAft>
                <a:spcPct val="0"/>
              </a:spcAft>
              <a:buClrTx/>
              <a:buSzTx/>
              <a:buFontTx/>
              <a:buNone/>
            </a:pPr>
            <a:endParaRPr sz="1800" b="0" i="0" u="none" strike="noStrike" kern="1200" cap="none" spc="0" baseline="0">
              <a:ln>
                <a:noFill/>
              </a:ln>
              <a:solidFill>
                <a:srgbClr val="000000"/>
              </a:solidFill>
              <a:highlight>
                <a:srgbClr val="FFFF00"/>
              </a:highlight>
              <a:latin typeface="Arial"/>
              <a:ea typeface="Arial"/>
              <a:cs typeface="Arial"/>
            </a:endParaRPr>
          </a:p>
        </p:txBody>
      </p:sp>
      <p:pic>
        <p:nvPicPr>
          <p:cNvPr id="4" name="Picture 3">
            <a:extLst xmlns:a="http://schemas.openxmlformats.org/drawingml/2006/main">
              <a:ext uri="{FF2B5EF4-FFF2-40B4-BE49-F238E27FC236}">
                <a16:creationId xmlns:a16="http://schemas.microsoft.com/office/drawing/2014/main" id="{D6161267-0D17-4B0A-ADF0-2652FCFF554A}"/>
              </a:ext>
            </a:extLst>
          </p:cNvPr>
          <p:cNvPicPr>
            <a:picLocks xmlns:a="http://schemas.openxmlformats.org/drawingml/2006/main" noChangeAspect="1"/>
          </p:cNvPicPr>
          <p:nvPr/>
        </p:nvPicPr>
        <p:blipFill>
          <a:blip xmlns:r="http://schemas.openxmlformats.org/officeDocument/2006/relationships" xmlns:a="http://schemas.openxmlformats.org/drawingml/2006/main" r:embed="R785e31d9c05b4a45"/>
          <a:stretch xmlns:a="http://schemas.openxmlformats.org/drawingml/2006/main">
            <a:fillRect l="0" t="0" r="0" b="0"/>
          </a:stretch>
        </p:blipFill>
        <p:spPr>
          <a:xfrm xmlns:a="http://schemas.openxmlformats.org/drawingml/2006/main">
            <a:off x="205917" y="186138"/>
            <a:ext cx="2075247" cy="579360"/>
          </a:xfrm>
          <a:prstGeom xmlns:a="http://schemas.openxmlformats.org/drawingml/2006/main" prst="rect">
            <a:avLst/>
          </a:prstGeom>
        </p:spPr>
      </p:pic>
      <p:sp>
        <p:nvSpPr>
          <p:cNvPr id="5" name="Title 12">
            <a:extLst xmlns:a="http://schemas.openxmlformats.org/drawingml/2006/main">
              <a:ext uri="{FF2B5EF4-FFF2-40B4-BE49-F238E27FC236}">
                <a16:creationId xmlns:a16="http://schemas.microsoft.com/office/drawing/2014/main" id="{D52E41DD-CC30-8248-E572-6C13250F2F8E}"/>
              </a:ext>
            </a:extLst>
          </p:cNvPr>
          <p:cNvSpPr>
            <a:spLocks xmlns:a="http://schemas.openxmlformats.org/drawingml/2006/main" noGrp="1"/>
          </p:cNvSpPr>
          <p:nvPr>
            <p:ph type="title" idx="0"/>
          </p:nvPr>
        </p:nvSpPr>
        <p:spPr>
          <a:xfrm xmlns:a="http://schemas.openxmlformats.org/drawingml/2006/main">
            <a:off x="1634577" y="1965920"/>
            <a:ext cx="8893723" cy="2377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vert="horz" wrap="square" lIns="0" tIns="0" rIns="0" bIns="0" anchor="t">
            <a:noAutofit/>
          </a:bodyPr>
          <a:lstStyle xmlns:a="http://schemas.openxmlformats.org/drawingml/2006/main">
            <a:lvl1pPr>
              <a:buNone/>
              <a:defRPr sz="4000" kern="0">
                <a:solidFill>
                  <a:schemeClr val="tx1"/>
                </a:solidFill>
              </a:defRPr>
            </a:lvl1pPr>
          </a:lstStyle>
          <a:p xmlns:a="http://schemas.openxmlformats.org/drawingml/2006/main">
            <a:pPr lvl="0">
              <a:buNone/>
            </a:pPr>
            <a:r>
              <a:t>Click to edit Master title style</a:t>
            </a:r>
            <a:endParaRPr/>
          </a:p>
        </p:txBody>
      </p:sp>
    </p:spTree>
  </p:cSld>
</p:sldLayout>
</file>

<file path=ppt/slideLayouts/slideLayout10.xml><?xml version="1.0" encoding="utf-8"?>
<p:sldLayout xmlns:p="http://schemas.openxmlformats.org/presentationml/2006/main" showMasterSp="0" preserve="1" userDrawn="1">
  <p:cSld name="12_Custom Layout">
    <p:bg>
      <p:bgRef idx="1001">
        <a:schemeClr xmlns:a="http://schemas.openxmlformats.org/drawingml/2006/main" val="bg1"/>
      </p:bgRef>
    </p:bg>
    <p:spTree>
      <p:nvGrpSpPr>
        <p:cNvPr id="1" name=""/>
        <p:cNvGrpSpPr/>
        <p:nvPr/>
      </p:nvGrpSpPr>
      <p:grpSpPr>
        <a:xfrm xmlns:a="http://schemas.openxmlformats.org/drawingml/2006/main"/>
      </p:grpSpPr>
      <p:pic>
        <p:nvPicPr>
          <p:cNvPr id="3" name="Picture 2">
            <a:extLst xmlns:a="http://schemas.openxmlformats.org/drawingml/2006/main">
              <a:ext uri="{FF2B5EF4-FFF2-40B4-BE49-F238E27FC236}">
                <a16:creationId xmlns:a16="http://schemas.microsoft.com/office/drawing/2014/main" id="{6ADA544A-4700-4337-887E-0D86F8336AB0}"/>
              </a:ext>
            </a:extLst>
          </p:cNvPr>
          <p:cNvPicPr>
            <a:picLocks xmlns:a="http://schemas.openxmlformats.org/drawingml/2006/main" noChangeAspect="1"/>
          </p:cNvPicPr>
          <p:nvPr/>
        </p:nvPicPr>
        <p:blipFill>
          <a:blip xmlns:r="http://schemas.openxmlformats.org/officeDocument/2006/relationships" xmlns:a="http://schemas.openxmlformats.org/drawingml/2006/main" r:embed="Rdfd1b01d72cf4e01"/>
          <a:stretch xmlns:a="http://schemas.openxmlformats.org/drawingml/2006/main">
            <a:fillRect l="0" t="0" r="0" b="0"/>
          </a:stretch>
        </p:blipFill>
        <p:spPr>
          <a:xfrm xmlns:a="http://schemas.openxmlformats.org/drawingml/2006/main">
            <a:off x="205917" y="186138"/>
            <a:ext cx="2075247" cy="579360"/>
          </a:xfrm>
          <a:prstGeom xmlns:a="http://schemas.openxmlformats.org/drawingml/2006/main" prst="rect">
            <a:avLst/>
          </a:prstGeom>
        </p:spPr>
      </p:pic>
      <p:sp>
        <p:nvSpPr>
          <p:cNvPr id="22" name="Freeform: Shape 21">
            <a:extLst xmlns:a="http://schemas.openxmlformats.org/drawingml/2006/main">
              <a:ext uri="{FF2B5EF4-FFF2-40B4-BE49-F238E27FC236}">
                <a16:creationId xmlns:a16="http://schemas.microsoft.com/office/drawing/2014/main" id="{0A8664B2-1403-E418-9160-006681B1D7B5}"/>
              </a:ext>
            </a:extLst>
          </p:cNvPr>
          <p:cNvSpPr>
            <a:spLocks xmlns:a="http://schemas.openxmlformats.org/drawingml/2006/main" noGrp="1"/>
          </p:cNvSpPr>
          <p:nvPr/>
        </p:nvSpPr>
        <p:spPr>
          <a:xfrm xmlns:a="http://schemas.openxmlformats.org/drawingml/2006/main">
            <a:off x="11025802" y="0"/>
            <a:ext cx="1169373" cy="6859588"/>
          </a:xfrm>
          <a:custGeom xmlns:a="http://schemas.openxmlformats.org/drawingml/2006/main">
            <a:gdLst>
              <a:gd name="csX0" fmla="*/ 402166 w 1169373"/>
              <a:gd name="csY0" fmla="*/ 0 h 6859588"/>
              <a:gd name="csX1" fmla="*/ 500808 w 1169373"/>
              <a:gd name="csY1" fmla="*/ 0 h 6859588"/>
              <a:gd name="csX2" fmla="*/ 1003196 w 1169373"/>
              <a:gd name="csY2" fmla="*/ 0 h 6859588"/>
              <a:gd name="csX3" fmla="*/ 1169373 w 1169373"/>
              <a:gd name="csY3" fmla="*/ 0 h 6859588"/>
              <a:gd name="csX4" fmla="*/ 1169373 w 1169373"/>
              <a:gd name="csY4" fmla="*/ 6859588 h 6859588"/>
              <a:gd name="csX5" fmla="*/ 1003196 w 1169373"/>
              <a:gd name="csY5" fmla="*/ 6859588 h 6859588"/>
              <a:gd name="csX6" fmla="*/ 500808 w 1169373"/>
              <a:gd name="csY6" fmla="*/ 6859588 h 6859588"/>
              <a:gd name="csX7" fmla="*/ 0 w 1169373"/>
              <a:gd name="csY7" fmla="*/ 6859588 h 6859588"/>
              <a:gd name="csX8" fmla="*/ 297509 w 1169373"/>
              <a:gd name="csY8" fmla="*/ 6547210 h 6859588"/>
              <a:gd name="csX9" fmla="*/ 399788 w 1169373"/>
              <a:gd name="csY9" fmla="*/ 6344898 h 6859588"/>
              <a:gd name="csX10" fmla="*/ 402166 w 1169373"/>
              <a:gd name="csY10" fmla="*/ 0 h 6859588"/>
            </a:gdLst>
            <a:rect l="l" t="t" r="r" b="b"/>
            <a:pathLst>
              <a:path w="1169373" h="6859588">
                <a:moveTo>
                  <a:pt x="402166" y="0"/>
                </a:moveTo>
                <a:lnTo>
                  <a:pt x="500808" y="0"/>
                </a:lnTo>
                <a:lnTo>
                  <a:pt x="1003196" y="0"/>
                </a:lnTo>
                <a:lnTo>
                  <a:pt x="1169373" y="0"/>
                </a:lnTo>
                <a:lnTo>
                  <a:pt x="1169373" y="6859588"/>
                </a:lnTo>
                <a:lnTo>
                  <a:pt x="1003196" y="6859588"/>
                </a:lnTo>
                <a:lnTo>
                  <a:pt x="500808" y="6859588"/>
                </a:lnTo>
                <a:lnTo>
                  <a:pt x="0" y="6859588"/>
                </a:lnTo>
                <a:lnTo>
                  <a:pt x="297509" y="6547210"/>
                </a:lnTo>
                <a:cubicBezTo>
                  <a:pt x="361807" y="6480608"/>
                  <a:pt x="399729" y="6394128"/>
                  <a:pt x="399788" y="6344898"/>
                </a:cubicBezTo>
                <a:cubicBezTo>
                  <a:pt x="398083" y="6046753"/>
                  <a:pt x="403871" y="298145"/>
                  <a:pt x="402166" y="0"/>
                </a:cubicBezTo>
                <a:close/>
              </a:path>
            </a:pathLst>
          </a:custGeom>
          <a:solidFill xmlns:a="http://schemas.openxmlformats.org/drawingml/2006/main">
            <a:schemeClr val="accent1"/>
          </a:solidFill>
          <a:ln xmlns:a="http://schemas.openxmlformats.org/drawingml/2006/main">
            <a:solidFill>
              <a:schemeClr val="accent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p>
        </p:txBody>
      </p:sp>
      <p:sp>
        <p:nvSpPr>
          <p:cNvPr id="23" name="Title 3">
            <a:extLst xmlns:a="http://schemas.openxmlformats.org/drawingml/2006/main">
              <a:ext uri="{FF2B5EF4-FFF2-40B4-BE49-F238E27FC236}">
                <a16:creationId xmlns:a16="http://schemas.microsoft.com/office/drawing/2014/main" id="{8B76A555-F37C-8266-EA63-BD4F318750F2}"/>
              </a:ext>
            </a:extLst>
          </p:cNvPr>
          <p:cNvSpPr>
            <a:spLocks xmlns:a="http://schemas.openxmlformats.org/drawingml/2006/main" noGrp="1"/>
          </p:cNvSpPr>
          <p:nvPr>
            <p:ph type="title" idx="0"/>
          </p:nvPr>
        </p:nvSpPr>
        <p:spPr>
          <a:xfrm xmlns:a="http://schemas.openxmlformats.org/drawingml/2006/main">
            <a:off x="2545773" y="282346"/>
            <a:ext cx="8086803" cy="378402"/>
          </a:xfrm>
        </p:spPr>
        <p:txBody>
          <a:bodyPr xmlns:a="http://schemas.openxmlformats.org/drawingml/2006/main" anchor="ctr"/>
          <a:lstStyle xmlns:a="http://schemas.openxmlformats.org/drawingml/2006/main">
            <a:lvl1pPr algn="l">
              <a:buNone/>
              <a:defRPr sz="2400">
                <a:solidFill>
                  <a:schemeClr val="tx1"/>
                </a:solidFill>
              </a:defRPr>
            </a:lvl1pPr>
          </a:lstStyle>
          <a:p xmlns:a="http://schemas.openxmlformats.org/drawingml/2006/main">
            <a:r>
              <a:t>Click to edit Master title style</a:t>
            </a:r>
            <a:endParaRPr/>
          </a:p>
        </p:txBody>
      </p:sp>
      <p:sp>
        <p:nvSpPr>
          <p:cNvPr id="24" name="Content Placeholder 5">
            <a:extLst xmlns:a="http://schemas.openxmlformats.org/drawingml/2006/main">
              <a:ext uri="{FF2B5EF4-FFF2-40B4-BE49-F238E27FC236}">
                <a16:creationId xmlns:a16="http://schemas.microsoft.com/office/drawing/2014/main" id="{26D3446A-AF26-7650-3472-E6C68D936B3F}"/>
              </a:ext>
            </a:extLst>
          </p:cNvPr>
          <p:cNvSpPr>
            <a:spLocks xmlns:a="http://schemas.openxmlformats.org/drawingml/2006/main" noGrp="1"/>
          </p:cNvSpPr>
          <p:nvPr>
            <p:ph idx="10"/>
          </p:nvPr>
        </p:nvSpPr>
        <p:spPr>
          <a:xfrm xmlns:a="http://schemas.openxmlformats.org/drawingml/2006/main">
            <a:off x="342246" y="1256658"/>
            <a:ext cx="10818814" cy="4910474"/>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pic>
        <p:nvPicPr>
          <p:cNvPr id="4" name="Picture 3">
            <a:extLst xmlns:a="http://schemas.openxmlformats.org/drawingml/2006/main">
              <a:ext uri="{FF2B5EF4-FFF2-40B4-BE49-F238E27FC236}">
                <a16:creationId xmlns:a16="http://schemas.microsoft.com/office/drawing/2014/main" id="{18142DD3-D3EC-4BF7-8F97-BD09EC45DE5D}"/>
              </a:ext>
            </a:extLst>
          </p:cNvPr>
          <p:cNvPicPr>
            <a:picLocks xmlns:a="http://schemas.openxmlformats.org/drawingml/2006/main" noChangeAspect="1"/>
          </p:cNvPicPr>
          <p:nvPr/>
        </p:nvPicPr>
        <p:blipFill>
          <a:blip xmlns:r="http://schemas.openxmlformats.org/officeDocument/2006/relationships" xmlns:a="http://schemas.openxmlformats.org/drawingml/2006/main" r:embed="Rb650089caf454487"/>
          <a:srcRect xmlns:a="http://schemas.openxmlformats.org/drawingml/2006/main" l="6604" t="0" r="3435" b="0"/>
          <a:stretch xmlns:a="http://schemas.openxmlformats.org/drawingml/2006/main"/>
        </p:blipFill>
        <p:spPr>
          <a:xfrm xmlns:a="http://schemas.openxmlformats.org/drawingml/2006/main">
            <a:off x="10936942" y="5902252"/>
            <a:ext cx="1122600" cy="786542"/>
          </a:xfrm>
          <a:prstGeom xmlns:a="http://schemas.openxmlformats.org/drawingml/2006/main" prst="roundRect">
            <a:avLst>
              <a:gd name="adj" fmla="val 9137"/>
            </a:avLst>
          </a:prstGeom>
        </p:spPr>
      </p:pic>
    </p:spTree>
  </p:cSld>
</p:sldLayout>
</file>

<file path=ppt/slideLayouts/slideLayout11.xml><?xml version="1.0" encoding="utf-8"?>
<p:sldLayout xmlns:p="http://schemas.openxmlformats.org/presentationml/2006/main" showMasterSp="0" preserve="1" userDrawn="1">
  <p:cSld name="14_Custom Layout">
    <p:bg>
      <p:bgRef idx="1001">
        <a:schemeClr xmlns:a="http://schemas.openxmlformats.org/drawingml/2006/main" val="bg1"/>
      </p:bgRef>
    </p:bg>
    <p:spTree>
      <p:nvGrpSpPr>
        <p:cNvPr id="1" name=""/>
        <p:cNvGrpSpPr/>
        <p:nvPr/>
      </p:nvGrpSpPr>
      <p:grpSpPr>
        <a:xfrm xmlns:a="http://schemas.openxmlformats.org/drawingml/2006/main"/>
      </p:grpSpPr>
      <p:pic>
        <p:nvPicPr>
          <p:cNvPr id="3" name="Picture 2">
            <a:extLst xmlns:a="http://schemas.openxmlformats.org/drawingml/2006/main">
              <a:ext uri="{FF2B5EF4-FFF2-40B4-BE49-F238E27FC236}">
                <a16:creationId xmlns:a16="http://schemas.microsoft.com/office/drawing/2014/main" id="{5BD4AF9E-2991-4EDC-99D0-96E2F3DA80CA}"/>
              </a:ext>
            </a:extLst>
          </p:cNvPr>
          <p:cNvPicPr>
            <a:picLocks xmlns:a="http://schemas.openxmlformats.org/drawingml/2006/main" noChangeAspect="1"/>
          </p:cNvPicPr>
          <p:nvPr/>
        </p:nvPicPr>
        <p:blipFill>
          <a:blip xmlns:r="http://schemas.openxmlformats.org/officeDocument/2006/relationships" xmlns:a="http://schemas.openxmlformats.org/drawingml/2006/main" r:embed="R2154e47522c64340"/>
          <a:stretch xmlns:a="http://schemas.openxmlformats.org/drawingml/2006/main">
            <a:fillRect l="0" t="0" r="0" b="0"/>
          </a:stretch>
        </p:blipFill>
        <p:spPr>
          <a:xfrm xmlns:a="http://schemas.openxmlformats.org/drawingml/2006/main">
            <a:off x="205917" y="186138"/>
            <a:ext cx="2075247" cy="579360"/>
          </a:xfrm>
          <a:prstGeom xmlns:a="http://schemas.openxmlformats.org/drawingml/2006/main" prst="rect">
            <a:avLst/>
          </a:prstGeom>
        </p:spPr>
      </p:pic>
      <p:sp>
        <p:nvSpPr>
          <p:cNvPr id="22" name="Freeform: Shape 21">
            <a:extLst xmlns:a="http://schemas.openxmlformats.org/drawingml/2006/main">
              <a:ext uri="{FF2B5EF4-FFF2-40B4-BE49-F238E27FC236}">
                <a16:creationId xmlns:a16="http://schemas.microsoft.com/office/drawing/2014/main" id="{0A8664B2-1403-E418-9160-006681B1D7B5}"/>
              </a:ext>
            </a:extLst>
          </p:cNvPr>
          <p:cNvSpPr>
            <a:spLocks xmlns:a="http://schemas.openxmlformats.org/drawingml/2006/main" noGrp="1"/>
          </p:cNvSpPr>
          <p:nvPr/>
        </p:nvSpPr>
        <p:spPr>
          <a:xfrm xmlns:a="http://schemas.openxmlformats.org/drawingml/2006/main">
            <a:off x="11025802" y="0"/>
            <a:ext cx="1169373" cy="6859588"/>
          </a:xfrm>
          <a:custGeom xmlns:a="http://schemas.openxmlformats.org/drawingml/2006/main">
            <a:gdLst>
              <a:gd name="csX0" fmla="*/ 402166 w 1169373"/>
              <a:gd name="csY0" fmla="*/ 0 h 6859588"/>
              <a:gd name="csX1" fmla="*/ 500808 w 1169373"/>
              <a:gd name="csY1" fmla="*/ 0 h 6859588"/>
              <a:gd name="csX2" fmla="*/ 1003196 w 1169373"/>
              <a:gd name="csY2" fmla="*/ 0 h 6859588"/>
              <a:gd name="csX3" fmla="*/ 1169373 w 1169373"/>
              <a:gd name="csY3" fmla="*/ 0 h 6859588"/>
              <a:gd name="csX4" fmla="*/ 1169373 w 1169373"/>
              <a:gd name="csY4" fmla="*/ 6859588 h 6859588"/>
              <a:gd name="csX5" fmla="*/ 1003196 w 1169373"/>
              <a:gd name="csY5" fmla="*/ 6859588 h 6859588"/>
              <a:gd name="csX6" fmla="*/ 500808 w 1169373"/>
              <a:gd name="csY6" fmla="*/ 6859588 h 6859588"/>
              <a:gd name="csX7" fmla="*/ 0 w 1169373"/>
              <a:gd name="csY7" fmla="*/ 6859588 h 6859588"/>
              <a:gd name="csX8" fmla="*/ 297509 w 1169373"/>
              <a:gd name="csY8" fmla="*/ 6547210 h 6859588"/>
              <a:gd name="csX9" fmla="*/ 399788 w 1169373"/>
              <a:gd name="csY9" fmla="*/ 6344898 h 6859588"/>
              <a:gd name="csX10" fmla="*/ 402166 w 1169373"/>
              <a:gd name="csY10" fmla="*/ 0 h 6859588"/>
            </a:gdLst>
            <a:rect l="l" t="t" r="r" b="b"/>
            <a:pathLst>
              <a:path w="1169373" h="6859588">
                <a:moveTo>
                  <a:pt x="402166" y="0"/>
                </a:moveTo>
                <a:lnTo>
                  <a:pt x="500808" y="0"/>
                </a:lnTo>
                <a:lnTo>
                  <a:pt x="1003196" y="0"/>
                </a:lnTo>
                <a:lnTo>
                  <a:pt x="1169373" y="0"/>
                </a:lnTo>
                <a:lnTo>
                  <a:pt x="1169373" y="6859588"/>
                </a:lnTo>
                <a:lnTo>
                  <a:pt x="1003196" y="6859588"/>
                </a:lnTo>
                <a:lnTo>
                  <a:pt x="500808" y="6859588"/>
                </a:lnTo>
                <a:lnTo>
                  <a:pt x="0" y="6859588"/>
                </a:lnTo>
                <a:lnTo>
                  <a:pt x="297509" y="6547210"/>
                </a:lnTo>
                <a:cubicBezTo>
                  <a:pt x="361807" y="6480608"/>
                  <a:pt x="399729" y="6394128"/>
                  <a:pt x="399788" y="6344898"/>
                </a:cubicBezTo>
                <a:cubicBezTo>
                  <a:pt x="398083" y="6046753"/>
                  <a:pt x="403871" y="298145"/>
                  <a:pt x="402166" y="0"/>
                </a:cubicBezTo>
                <a:close/>
              </a:path>
            </a:pathLst>
          </a:custGeom>
          <a:solidFill xmlns:a="http://schemas.openxmlformats.org/drawingml/2006/main">
            <a:schemeClr val="accent6"/>
          </a:solidFill>
          <a:ln xmlns:a="http://schemas.openxmlformats.org/drawingml/2006/main">
            <a:solidFill>
              <a:schemeClr val="accent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p>
        </p:txBody>
      </p:sp>
      <p:sp>
        <p:nvSpPr>
          <p:cNvPr id="23" name="Title 3">
            <a:extLst xmlns:a="http://schemas.openxmlformats.org/drawingml/2006/main">
              <a:ext uri="{FF2B5EF4-FFF2-40B4-BE49-F238E27FC236}">
                <a16:creationId xmlns:a16="http://schemas.microsoft.com/office/drawing/2014/main" id="{8B76A555-F37C-8266-EA63-BD4F318750F2}"/>
              </a:ext>
            </a:extLst>
          </p:cNvPr>
          <p:cNvSpPr>
            <a:spLocks xmlns:a="http://schemas.openxmlformats.org/drawingml/2006/main" noGrp="1"/>
          </p:cNvSpPr>
          <p:nvPr>
            <p:ph type="title" idx="0"/>
          </p:nvPr>
        </p:nvSpPr>
        <p:spPr>
          <a:xfrm xmlns:a="http://schemas.openxmlformats.org/drawingml/2006/main">
            <a:off x="2545773" y="282346"/>
            <a:ext cx="8086803" cy="378402"/>
          </a:xfrm>
        </p:spPr>
        <p:txBody>
          <a:bodyPr xmlns:a="http://schemas.openxmlformats.org/drawingml/2006/main" anchor="ctr"/>
          <a:lstStyle xmlns:a="http://schemas.openxmlformats.org/drawingml/2006/main">
            <a:lvl1pPr algn="l">
              <a:buNone/>
              <a:defRPr sz="2400">
                <a:solidFill>
                  <a:schemeClr val="tx1"/>
                </a:solidFill>
              </a:defRPr>
            </a:lvl1pPr>
          </a:lstStyle>
          <a:p xmlns:a="http://schemas.openxmlformats.org/drawingml/2006/main">
            <a:r>
              <a:t>Click to edit Master title style</a:t>
            </a:r>
            <a:endParaRPr/>
          </a:p>
        </p:txBody>
      </p:sp>
      <p:sp>
        <p:nvSpPr>
          <p:cNvPr id="24" name="Content Placeholder 5">
            <a:extLst xmlns:a="http://schemas.openxmlformats.org/drawingml/2006/main">
              <a:ext uri="{FF2B5EF4-FFF2-40B4-BE49-F238E27FC236}">
                <a16:creationId xmlns:a16="http://schemas.microsoft.com/office/drawing/2014/main" id="{26D3446A-AF26-7650-3472-E6C68D936B3F}"/>
              </a:ext>
            </a:extLst>
          </p:cNvPr>
          <p:cNvSpPr>
            <a:spLocks xmlns:a="http://schemas.openxmlformats.org/drawingml/2006/main" noGrp="1"/>
          </p:cNvSpPr>
          <p:nvPr>
            <p:ph idx="10"/>
          </p:nvPr>
        </p:nvSpPr>
        <p:spPr>
          <a:xfrm xmlns:a="http://schemas.openxmlformats.org/drawingml/2006/main">
            <a:off x="342246" y="1256658"/>
            <a:ext cx="10818814" cy="4910474"/>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pic>
        <p:nvPicPr>
          <p:cNvPr id="4" name="Picture 3">
            <a:extLst xmlns:a="http://schemas.openxmlformats.org/drawingml/2006/main">
              <a:ext uri="{FF2B5EF4-FFF2-40B4-BE49-F238E27FC236}">
                <a16:creationId xmlns:a16="http://schemas.microsoft.com/office/drawing/2014/main" id="{3BDCD037-5808-484B-B46C-8784415837FE}"/>
              </a:ext>
            </a:extLst>
          </p:cNvPr>
          <p:cNvPicPr>
            <a:picLocks xmlns:a="http://schemas.openxmlformats.org/drawingml/2006/main" noChangeAspect="1"/>
          </p:cNvPicPr>
          <p:nvPr/>
        </p:nvPicPr>
        <p:blipFill>
          <a:blip xmlns:r="http://schemas.openxmlformats.org/officeDocument/2006/relationships" xmlns:a="http://schemas.openxmlformats.org/drawingml/2006/main" r:embed="R1d6dab2a539540ee"/>
          <a:srcRect xmlns:a="http://schemas.openxmlformats.org/drawingml/2006/main" l="6604" t="0" r="3435" b="0"/>
          <a:stretch xmlns:a="http://schemas.openxmlformats.org/drawingml/2006/main"/>
        </p:blipFill>
        <p:spPr>
          <a:xfrm xmlns:a="http://schemas.openxmlformats.org/drawingml/2006/main">
            <a:off x="10936942" y="5902252"/>
            <a:ext cx="1122600" cy="786542"/>
          </a:xfrm>
          <a:prstGeom xmlns:a="http://schemas.openxmlformats.org/drawingml/2006/main" prst="roundRect">
            <a:avLst>
              <a:gd name="adj" fmla="val 9137"/>
            </a:avLst>
          </a:prstGeom>
        </p:spPr>
      </p:pic>
    </p:spTree>
  </p:cSld>
</p:sldLayout>
</file>

<file path=ppt/slideLayouts/slideLayout12.xml><?xml version="1.0" encoding="utf-8"?>
<p:sldLayout xmlns:p="http://schemas.openxmlformats.org/presentationml/2006/main" showMasterSp="0" preserve="1" userDrawn="1">
  <p:cSld name="9_Custom Layout">
    <p:bg>
      <p:bgRef idx="1001">
        <a:schemeClr xmlns:a="http://schemas.openxmlformats.org/drawingml/2006/main" val="bg1"/>
      </p:bgRef>
    </p:bg>
    <p:spTree>
      <p:nvGrpSpPr>
        <p:cNvPr id="1" name=""/>
        <p:cNvGrpSpPr/>
        <p:nvPr/>
      </p:nvGrpSpPr>
      <p:grpSpPr>
        <a:xfrm xmlns:a="http://schemas.openxmlformats.org/drawingml/2006/main"/>
      </p:grpSpPr>
      <p:pic>
        <p:nvPicPr>
          <p:cNvPr id="3" name="Picture 2">
            <a:extLst xmlns:a="http://schemas.openxmlformats.org/drawingml/2006/main">
              <a:ext uri="{FF2B5EF4-FFF2-40B4-BE49-F238E27FC236}">
                <a16:creationId xmlns:a16="http://schemas.microsoft.com/office/drawing/2014/main" id="{E2D8D894-6CB9-482B-9AF0-8E8DF9F77839}"/>
              </a:ext>
            </a:extLst>
          </p:cNvPr>
          <p:cNvPicPr>
            <a:picLocks xmlns:a="http://schemas.openxmlformats.org/drawingml/2006/main" noChangeAspect="1"/>
          </p:cNvPicPr>
          <p:nvPr/>
        </p:nvPicPr>
        <p:blipFill>
          <a:blip xmlns:r="http://schemas.openxmlformats.org/officeDocument/2006/relationships" xmlns:a="http://schemas.openxmlformats.org/drawingml/2006/main" r:embed="R1354bf489d544734"/>
          <a:stretch xmlns:a="http://schemas.openxmlformats.org/drawingml/2006/main">
            <a:fillRect l="0" t="0" r="0" b="0"/>
          </a:stretch>
        </p:blipFill>
        <p:spPr>
          <a:xfrm xmlns:a="http://schemas.openxmlformats.org/drawingml/2006/main">
            <a:off x="205917" y="186138"/>
            <a:ext cx="2075247" cy="579360"/>
          </a:xfrm>
          <a:prstGeom xmlns:a="http://schemas.openxmlformats.org/drawingml/2006/main" prst="rect">
            <a:avLst/>
          </a:prstGeom>
        </p:spPr>
      </p:pic>
      <p:sp>
        <p:nvSpPr>
          <p:cNvPr id="22" name="Freeform: Shape 21">
            <a:extLst xmlns:a="http://schemas.openxmlformats.org/drawingml/2006/main">
              <a:ext uri="{FF2B5EF4-FFF2-40B4-BE49-F238E27FC236}">
                <a16:creationId xmlns:a16="http://schemas.microsoft.com/office/drawing/2014/main" id="{0A8664B2-1403-E418-9160-006681B1D7B5}"/>
              </a:ext>
            </a:extLst>
          </p:cNvPr>
          <p:cNvSpPr>
            <a:spLocks xmlns:a="http://schemas.openxmlformats.org/drawingml/2006/main" noGrp="1"/>
          </p:cNvSpPr>
          <p:nvPr/>
        </p:nvSpPr>
        <p:spPr>
          <a:xfrm xmlns:a="http://schemas.openxmlformats.org/drawingml/2006/main">
            <a:off x="11025802" y="0"/>
            <a:ext cx="1169373" cy="6859588"/>
          </a:xfrm>
          <a:custGeom xmlns:a="http://schemas.openxmlformats.org/drawingml/2006/main">
            <a:gdLst>
              <a:gd name="csX0" fmla="*/ 402166 w 1169373"/>
              <a:gd name="csY0" fmla="*/ 0 h 6859588"/>
              <a:gd name="csX1" fmla="*/ 500808 w 1169373"/>
              <a:gd name="csY1" fmla="*/ 0 h 6859588"/>
              <a:gd name="csX2" fmla="*/ 1003196 w 1169373"/>
              <a:gd name="csY2" fmla="*/ 0 h 6859588"/>
              <a:gd name="csX3" fmla="*/ 1169373 w 1169373"/>
              <a:gd name="csY3" fmla="*/ 0 h 6859588"/>
              <a:gd name="csX4" fmla="*/ 1169373 w 1169373"/>
              <a:gd name="csY4" fmla="*/ 6859588 h 6859588"/>
              <a:gd name="csX5" fmla="*/ 1003196 w 1169373"/>
              <a:gd name="csY5" fmla="*/ 6859588 h 6859588"/>
              <a:gd name="csX6" fmla="*/ 500808 w 1169373"/>
              <a:gd name="csY6" fmla="*/ 6859588 h 6859588"/>
              <a:gd name="csX7" fmla="*/ 0 w 1169373"/>
              <a:gd name="csY7" fmla="*/ 6859588 h 6859588"/>
              <a:gd name="csX8" fmla="*/ 297509 w 1169373"/>
              <a:gd name="csY8" fmla="*/ 6547210 h 6859588"/>
              <a:gd name="csX9" fmla="*/ 399788 w 1169373"/>
              <a:gd name="csY9" fmla="*/ 6344898 h 6859588"/>
              <a:gd name="csX10" fmla="*/ 402166 w 1169373"/>
              <a:gd name="csY10" fmla="*/ 0 h 6859588"/>
            </a:gdLst>
            <a:rect l="l" t="t" r="r" b="b"/>
            <a:pathLst>
              <a:path w="1169373" h="6859588">
                <a:moveTo>
                  <a:pt x="402166" y="0"/>
                </a:moveTo>
                <a:lnTo>
                  <a:pt x="500808" y="0"/>
                </a:lnTo>
                <a:lnTo>
                  <a:pt x="1003196" y="0"/>
                </a:lnTo>
                <a:lnTo>
                  <a:pt x="1169373" y="0"/>
                </a:lnTo>
                <a:lnTo>
                  <a:pt x="1169373" y="6859588"/>
                </a:lnTo>
                <a:lnTo>
                  <a:pt x="1003196" y="6859588"/>
                </a:lnTo>
                <a:lnTo>
                  <a:pt x="500808" y="6859588"/>
                </a:lnTo>
                <a:lnTo>
                  <a:pt x="0" y="6859588"/>
                </a:lnTo>
                <a:lnTo>
                  <a:pt x="297509" y="6547210"/>
                </a:lnTo>
                <a:cubicBezTo>
                  <a:pt x="361807" y="6480608"/>
                  <a:pt x="399729" y="6394128"/>
                  <a:pt x="399788" y="6344898"/>
                </a:cubicBezTo>
                <a:cubicBezTo>
                  <a:pt x="398083" y="6046753"/>
                  <a:pt x="403871" y="298145"/>
                  <a:pt x="402166" y="0"/>
                </a:cubicBezTo>
                <a:close/>
              </a:path>
            </a:pathLst>
          </a:custGeom>
          <a:solidFill xmlns:a="http://schemas.openxmlformats.org/drawingml/2006/main">
            <a:schemeClr val="accent4"/>
          </a:solidFill>
          <a:ln xmlns:a="http://schemas.openxmlformats.org/drawingml/2006/main">
            <a:solidFill>
              <a:schemeClr val="accent4"/>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p>
        </p:txBody>
      </p:sp>
      <p:sp>
        <p:nvSpPr>
          <p:cNvPr id="23" name="Title 3">
            <a:extLst xmlns:a="http://schemas.openxmlformats.org/drawingml/2006/main">
              <a:ext uri="{FF2B5EF4-FFF2-40B4-BE49-F238E27FC236}">
                <a16:creationId xmlns:a16="http://schemas.microsoft.com/office/drawing/2014/main" id="{8B76A555-F37C-8266-EA63-BD4F318750F2}"/>
              </a:ext>
            </a:extLst>
          </p:cNvPr>
          <p:cNvSpPr>
            <a:spLocks xmlns:a="http://schemas.openxmlformats.org/drawingml/2006/main" noGrp="1"/>
          </p:cNvSpPr>
          <p:nvPr>
            <p:ph type="title" idx="0"/>
          </p:nvPr>
        </p:nvSpPr>
        <p:spPr>
          <a:xfrm xmlns:a="http://schemas.openxmlformats.org/drawingml/2006/main">
            <a:off x="2545773" y="282346"/>
            <a:ext cx="8086803" cy="378402"/>
          </a:xfrm>
        </p:spPr>
        <p:txBody>
          <a:bodyPr xmlns:a="http://schemas.openxmlformats.org/drawingml/2006/main" anchor="ctr"/>
          <a:lstStyle xmlns:a="http://schemas.openxmlformats.org/drawingml/2006/main">
            <a:lvl1pPr algn="l">
              <a:buNone/>
              <a:defRPr sz="2400">
                <a:solidFill>
                  <a:schemeClr val="tx1"/>
                </a:solidFill>
              </a:defRPr>
            </a:lvl1pPr>
          </a:lstStyle>
          <a:p xmlns:a="http://schemas.openxmlformats.org/drawingml/2006/main">
            <a:r>
              <a:t>Click to edit Master title style</a:t>
            </a:r>
            <a:endParaRPr/>
          </a:p>
        </p:txBody>
      </p:sp>
      <p:sp>
        <p:nvSpPr>
          <p:cNvPr id="24" name="Content Placeholder 5">
            <a:extLst xmlns:a="http://schemas.openxmlformats.org/drawingml/2006/main">
              <a:ext uri="{FF2B5EF4-FFF2-40B4-BE49-F238E27FC236}">
                <a16:creationId xmlns:a16="http://schemas.microsoft.com/office/drawing/2014/main" id="{26D3446A-AF26-7650-3472-E6C68D936B3F}"/>
              </a:ext>
            </a:extLst>
          </p:cNvPr>
          <p:cNvSpPr>
            <a:spLocks xmlns:a="http://schemas.openxmlformats.org/drawingml/2006/main" noGrp="1"/>
          </p:cNvSpPr>
          <p:nvPr>
            <p:ph idx="10"/>
          </p:nvPr>
        </p:nvSpPr>
        <p:spPr>
          <a:xfrm xmlns:a="http://schemas.openxmlformats.org/drawingml/2006/main">
            <a:off x="342246" y="1256658"/>
            <a:ext cx="10818814" cy="4910474"/>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pic>
        <p:nvPicPr>
          <p:cNvPr id="4" name="Picture 3">
            <a:extLst xmlns:a="http://schemas.openxmlformats.org/drawingml/2006/main">
              <a:ext uri="{FF2B5EF4-FFF2-40B4-BE49-F238E27FC236}">
                <a16:creationId xmlns:a16="http://schemas.microsoft.com/office/drawing/2014/main" id="{1DDC0751-1A2E-4060-BA1F-38137B496F52}"/>
              </a:ext>
            </a:extLst>
          </p:cNvPr>
          <p:cNvPicPr>
            <a:picLocks xmlns:a="http://schemas.openxmlformats.org/drawingml/2006/main" noChangeAspect="1"/>
          </p:cNvPicPr>
          <p:nvPr/>
        </p:nvPicPr>
        <p:blipFill>
          <a:blip xmlns:r="http://schemas.openxmlformats.org/officeDocument/2006/relationships" xmlns:a="http://schemas.openxmlformats.org/drawingml/2006/main" r:embed="Rca9a62b9e1dc4c3b"/>
          <a:srcRect xmlns:a="http://schemas.openxmlformats.org/drawingml/2006/main" l="6604" t="0" r="3435" b="0"/>
          <a:stretch xmlns:a="http://schemas.openxmlformats.org/drawingml/2006/main"/>
        </p:blipFill>
        <p:spPr>
          <a:xfrm xmlns:a="http://schemas.openxmlformats.org/drawingml/2006/main">
            <a:off x="10936942" y="5902252"/>
            <a:ext cx="1122600" cy="786542"/>
          </a:xfrm>
          <a:prstGeom xmlns:a="http://schemas.openxmlformats.org/drawingml/2006/main" prst="roundRect">
            <a:avLst>
              <a:gd name="adj" fmla="val 9137"/>
            </a:avLst>
          </a:prstGeom>
        </p:spPr>
      </p:pic>
    </p:spTree>
  </p:cSld>
</p:sldLayout>
</file>

<file path=ppt/slideLayouts/slideLayout13.xml><?xml version="1.0" encoding="utf-8"?>
<p:sldLayout xmlns:p="http://schemas.openxmlformats.org/presentationml/2006/main" showMasterSp="0" preserve="1" userDrawn="1">
  <p:cSld name="15_Custom Layout">
    <p:bg>
      <p:bgRef idx="1001">
        <a:schemeClr xmlns:a="http://schemas.openxmlformats.org/drawingml/2006/main" val="bg1"/>
      </p:bgRef>
    </p:bg>
    <p:spTree>
      <p:nvGrpSpPr>
        <p:cNvPr id="1" name=""/>
        <p:cNvGrpSpPr/>
        <p:nvPr/>
      </p:nvGrpSpPr>
      <p:grpSpPr>
        <a:xfrm xmlns:a="http://schemas.openxmlformats.org/drawingml/2006/main"/>
      </p:grpSpPr>
      <p:pic>
        <p:nvPicPr>
          <p:cNvPr id="3" name="Picture 2">
            <a:extLst xmlns:a="http://schemas.openxmlformats.org/drawingml/2006/main">
              <a:ext uri="{FF2B5EF4-FFF2-40B4-BE49-F238E27FC236}">
                <a16:creationId xmlns:a16="http://schemas.microsoft.com/office/drawing/2014/main" id="{D6C74252-26B6-49C3-8562-0F82C76F4E27}"/>
              </a:ext>
            </a:extLst>
          </p:cNvPr>
          <p:cNvPicPr>
            <a:picLocks xmlns:a="http://schemas.openxmlformats.org/drawingml/2006/main" noChangeAspect="1"/>
          </p:cNvPicPr>
          <p:nvPr/>
        </p:nvPicPr>
        <p:blipFill>
          <a:blip xmlns:r="http://schemas.openxmlformats.org/officeDocument/2006/relationships" xmlns:a="http://schemas.openxmlformats.org/drawingml/2006/main" r:embed="Rd652df00261e4a6c"/>
          <a:stretch xmlns:a="http://schemas.openxmlformats.org/drawingml/2006/main">
            <a:fillRect l="0" t="0" r="0" b="0"/>
          </a:stretch>
        </p:blipFill>
        <p:spPr>
          <a:xfrm xmlns:a="http://schemas.openxmlformats.org/drawingml/2006/main">
            <a:off x="205917" y="186138"/>
            <a:ext cx="2075247" cy="579360"/>
          </a:xfrm>
          <a:prstGeom xmlns:a="http://schemas.openxmlformats.org/drawingml/2006/main" prst="rect">
            <a:avLst/>
          </a:prstGeom>
        </p:spPr>
      </p:pic>
      <p:sp>
        <p:nvSpPr>
          <p:cNvPr id="22" name="Freeform: Shape 21">
            <a:extLst xmlns:a="http://schemas.openxmlformats.org/drawingml/2006/main">
              <a:ext uri="{FF2B5EF4-FFF2-40B4-BE49-F238E27FC236}">
                <a16:creationId xmlns:a16="http://schemas.microsoft.com/office/drawing/2014/main" id="{0A8664B2-1403-E418-9160-006681B1D7B5}"/>
              </a:ext>
            </a:extLst>
          </p:cNvPr>
          <p:cNvSpPr>
            <a:spLocks xmlns:a="http://schemas.openxmlformats.org/drawingml/2006/main" noGrp="1"/>
          </p:cNvSpPr>
          <p:nvPr/>
        </p:nvSpPr>
        <p:spPr>
          <a:xfrm xmlns:a="http://schemas.openxmlformats.org/drawingml/2006/main">
            <a:off x="11025802" y="0"/>
            <a:ext cx="1169373" cy="6859588"/>
          </a:xfrm>
          <a:custGeom xmlns:a="http://schemas.openxmlformats.org/drawingml/2006/main">
            <a:gdLst>
              <a:gd name="csX0" fmla="*/ 402166 w 1169373"/>
              <a:gd name="csY0" fmla="*/ 0 h 6859588"/>
              <a:gd name="csX1" fmla="*/ 500808 w 1169373"/>
              <a:gd name="csY1" fmla="*/ 0 h 6859588"/>
              <a:gd name="csX2" fmla="*/ 1003196 w 1169373"/>
              <a:gd name="csY2" fmla="*/ 0 h 6859588"/>
              <a:gd name="csX3" fmla="*/ 1169373 w 1169373"/>
              <a:gd name="csY3" fmla="*/ 0 h 6859588"/>
              <a:gd name="csX4" fmla="*/ 1169373 w 1169373"/>
              <a:gd name="csY4" fmla="*/ 6859588 h 6859588"/>
              <a:gd name="csX5" fmla="*/ 1003196 w 1169373"/>
              <a:gd name="csY5" fmla="*/ 6859588 h 6859588"/>
              <a:gd name="csX6" fmla="*/ 500808 w 1169373"/>
              <a:gd name="csY6" fmla="*/ 6859588 h 6859588"/>
              <a:gd name="csX7" fmla="*/ 0 w 1169373"/>
              <a:gd name="csY7" fmla="*/ 6859588 h 6859588"/>
              <a:gd name="csX8" fmla="*/ 297509 w 1169373"/>
              <a:gd name="csY8" fmla="*/ 6547210 h 6859588"/>
              <a:gd name="csX9" fmla="*/ 399788 w 1169373"/>
              <a:gd name="csY9" fmla="*/ 6344898 h 6859588"/>
              <a:gd name="csX10" fmla="*/ 402166 w 1169373"/>
              <a:gd name="csY10" fmla="*/ 0 h 6859588"/>
            </a:gdLst>
            <a:rect l="l" t="t" r="r" b="b"/>
            <a:pathLst>
              <a:path w="1169373" h="6859588">
                <a:moveTo>
                  <a:pt x="402166" y="0"/>
                </a:moveTo>
                <a:lnTo>
                  <a:pt x="500808" y="0"/>
                </a:lnTo>
                <a:lnTo>
                  <a:pt x="1003196" y="0"/>
                </a:lnTo>
                <a:lnTo>
                  <a:pt x="1169373" y="0"/>
                </a:lnTo>
                <a:lnTo>
                  <a:pt x="1169373" y="6859588"/>
                </a:lnTo>
                <a:lnTo>
                  <a:pt x="1003196" y="6859588"/>
                </a:lnTo>
                <a:lnTo>
                  <a:pt x="500808" y="6859588"/>
                </a:lnTo>
                <a:lnTo>
                  <a:pt x="0" y="6859588"/>
                </a:lnTo>
                <a:lnTo>
                  <a:pt x="297509" y="6547210"/>
                </a:lnTo>
                <a:cubicBezTo>
                  <a:pt x="361807" y="6480608"/>
                  <a:pt x="399729" y="6394128"/>
                  <a:pt x="399788" y="6344898"/>
                </a:cubicBezTo>
                <a:cubicBezTo>
                  <a:pt x="398083" y="6046753"/>
                  <a:pt x="403871" y="298145"/>
                  <a:pt x="402166" y="0"/>
                </a:cubicBezTo>
                <a:close/>
              </a:path>
            </a:pathLst>
          </a:custGeom>
          <a:solidFill xmlns:a="http://schemas.openxmlformats.org/drawingml/2006/main">
            <a:schemeClr val="accent4">
              <a:lumMod val="50000"/>
            </a:schemeClr>
          </a:solidFill>
          <a:ln xmlns:a="http://schemas.openxmlformats.org/drawingml/2006/main">
            <a:solidFill>
              <a:schemeClr val="accent4">
                <a:lumMod val="50000"/>
              </a:schemeClr>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p>
        </p:txBody>
      </p:sp>
      <p:sp>
        <p:nvSpPr>
          <p:cNvPr id="23" name="Title 3">
            <a:extLst xmlns:a="http://schemas.openxmlformats.org/drawingml/2006/main">
              <a:ext uri="{FF2B5EF4-FFF2-40B4-BE49-F238E27FC236}">
                <a16:creationId xmlns:a16="http://schemas.microsoft.com/office/drawing/2014/main" id="{8B76A555-F37C-8266-EA63-BD4F318750F2}"/>
              </a:ext>
            </a:extLst>
          </p:cNvPr>
          <p:cNvSpPr>
            <a:spLocks xmlns:a="http://schemas.openxmlformats.org/drawingml/2006/main" noGrp="1"/>
          </p:cNvSpPr>
          <p:nvPr>
            <p:ph type="title" idx="0"/>
          </p:nvPr>
        </p:nvSpPr>
        <p:spPr>
          <a:xfrm xmlns:a="http://schemas.openxmlformats.org/drawingml/2006/main">
            <a:off x="2545773" y="282346"/>
            <a:ext cx="8086803" cy="378402"/>
          </a:xfrm>
        </p:spPr>
        <p:txBody>
          <a:bodyPr xmlns:a="http://schemas.openxmlformats.org/drawingml/2006/main" anchor="ctr"/>
          <a:lstStyle xmlns:a="http://schemas.openxmlformats.org/drawingml/2006/main">
            <a:lvl1pPr algn="l">
              <a:buNone/>
              <a:defRPr sz="2400">
                <a:solidFill>
                  <a:schemeClr val="tx1"/>
                </a:solidFill>
              </a:defRPr>
            </a:lvl1pPr>
          </a:lstStyle>
          <a:p xmlns:a="http://schemas.openxmlformats.org/drawingml/2006/main">
            <a:r>
              <a:t>Click to edit Master title style</a:t>
            </a:r>
            <a:endParaRPr/>
          </a:p>
        </p:txBody>
      </p:sp>
      <p:sp>
        <p:nvSpPr>
          <p:cNvPr id="24" name="Content Placeholder 5">
            <a:extLst xmlns:a="http://schemas.openxmlformats.org/drawingml/2006/main">
              <a:ext uri="{FF2B5EF4-FFF2-40B4-BE49-F238E27FC236}">
                <a16:creationId xmlns:a16="http://schemas.microsoft.com/office/drawing/2014/main" id="{26D3446A-AF26-7650-3472-E6C68D936B3F}"/>
              </a:ext>
            </a:extLst>
          </p:cNvPr>
          <p:cNvSpPr>
            <a:spLocks xmlns:a="http://schemas.openxmlformats.org/drawingml/2006/main" noGrp="1"/>
          </p:cNvSpPr>
          <p:nvPr>
            <p:ph idx="10"/>
          </p:nvPr>
        </p:nvSpPr>
        <p:spPr>
          <a:xfrm xmlns:a="http://schemas.openxmlformats.org/drawingml/2006/main">
            <a:off x="342246" y="1256658"/>
            <a:ext cx="10818814" cy="4910474"/>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pic>
        <p:nvPicPr>
          <p:cNvPr id="4" name="Picture 3">
            <a:extLst xmlns:a="http://schemas.openxmlformats.org/drawingml/2006/main">
              <a:ext uri="{FF2B5EF4-FFF2-40B4-BE49-F238E27FC236}">
                <a16:creationId xmlns:a16="http://schemas.microsoft.com/office/drawing/2014/main" id="{5EDE1D1D-1FFE-449C-8545-5EEBF6598D13}"/>
              </a:ext>
            </a:extLst>
          </p:cNvPr>
          <p:cNvPicPr>
            <a:picLocks xmlns:a="http://schemas.openxmlformats.org/drawingml/2006/main" noChangeAspect="1"/>
          </p:cNvPicPr>
          <p:nvPr/>
        </p:nvPicPr>
        <p:blipFill>
          <a:blip xmlns:r="http://schemas.openxmlformats.org/officeDocument/2006/relationships" xmlns:a="http://schemas.openxmlformats.org/drawingml/2006/main" r:embed="R372455eae5204af8"/>
          <a:srcRect xmlns:a="http://schemas.openxmlformats.org/drawingml/2006/main" l="6604" t="0" r="3435" b="0"/>
          <a:stretch xmlns:a="http://schemas.openxmlformats.org/drawingml/2006/main"/>
        </p:blipFill>
        <p:spPr>
          <a:xfrm xmlns:a="http://schemas.openxmlformats.org/drawingml/2006/main">
            <a:off x="10936942" y="5902252"/>
            <a:ext cx="1122600" cy="786542"/>
          </a:xfrm>
          <a:prstGeom xmlns:a="http://schemas.openxmlformats.org/drawingml/2006/main" prst="roundRect">
            <a:avLst>
              <a:gd name="adj" fmla="val 9137"/>
            </a:avLst>
          </a:prstGeom>
        </p:spPr>
      </p:pic>
    </p:spTree>
  </p:cSld>
</p:sldLayout>
</file>

<file path=ppt/slideLayouts/slideLayout14.xml><?xml version="1.0" encoding="utf-8"?>
<p:sldLayout xmlns:p="http://schemas.openxmlformats.org/presentationml/2006/main" showMasterSp="0" preserve="1" userDrawn="1">
  <p:cSld name="1_Task slide">
    <p:bg>
      <p:bgPr>
        <a:solidFill xmlns:a="http://schemas.openxmlformats.org/drawingml/2006/main">
          <a:schemeClr val="bg1"/>
        </a:solidFill>
      </p:bgPr>
    </p:bg>
    <p:spTree>
      <p:nvGrpSpPr>
        <p:cNvPr id="1" name=""/>
        <p:cNvGrpSpPr/>
        <p:nvPr/>
      </p:nvGrpSpPr>
      <p:grpSpPr>
        <a:xfrm xmlns:a="http://schemas.openxmlformats.org/drawingml/2006/main"/>
      </p:grpSpPr>
      <p:sp>
        <p:nvSpPr>
          <p:cNvPr id="3" name="Freeform 2">
            <a:extLst xmlns:a="http://schemas.openxmlformats.org/drawingml/2006/main">
              <a:ext uri="{FF2B5EF4-FFF2-40B4-BE49-F238E27FC236}">
                <a16:creationId xmlns:a16="http://schemas.microsoft.com/office/drawing/2014/main" id="{C85DACF0-9329-EE51-C4B2-D56E9D65618C}"/>
              </a:ext>
            </a:extLst>
          </p:cNvPr>
          <p:cNvSpPr>
            <a:spLocks xmlns:a="http://schemas.openxmlformats.org/drawingml/2006/main" noGrp="1"/>
          </p:cNvSpPr>
          <p:nvPr/>
        </p:nvSpPr>
        <p:spPr>
          <a:xfrm xmlns:a="http://schemas.openxmlformats.org/drawingml/2006/main" rot="16200000">
            <a:off x="3126242" y="-2216725"/>
            <a:ext cx="5954726" cy="12207206"/>
          </a:xfrm>
          <a:custGeom xmlns:a="http://schemas.openxmlformats.org/drawingml/2006/main">
            <a:gdLst>
              <a:gd name="connsiteX0" fmla="*/ 0 w 1134016"/>
              <a:gd name="connsiteY0" fmla="*/ 1408203 h 1410865"/>
              <a:gd name="connsiteX1" fmla="*/ 716080 w 1134016"/>
              <a:gd name="connsiteY1" fmla="*/ 1410865 h 1410865"/>
              <a:gd name="connsiteX2" fmla="*/ 1027535 w 1134016"/>
              <a:gd name="connsiteY2" fmla="*/ 1096747 h 1410865"/>
              <a:gd name="connsiteX3" fmla="*/ 1134016 w 1134016"/>
              <a:gd name="connsiteY3" fmla="*/ 894435 h 1410865"/>
              <a:gd name="connsiteX4" fmla="*/ 1128692 w 1134016"/>
              <a:gd name="connsiteY4" fmla="*/ 0 h 1410865"/>
              <a:gd name="connsiteX5" fmla="*/ 39930 w 1134016"/>
              <a:gd name="connsiteY5" fmla="*/ 0 h 1410865"/>
              <a:gd name="connsiteX6" fmla="*/ 0 w 1134016"/>
              <a:gd name="connsiteY6" fmla="*/ 1408203 h 1410865"/>
              <a:gd name="connsiteX0" fmla="*/ 0 w 5993513"/>
              <a:gd name="connsiteY0" fmla="*/ 1409125 h 1410865"/>
              <a:gd name="connsiteX1" fmla="*/ 5575577 w 5993513"/>
              <a:gd name="connsiteY1" fmla="*/ 1410865 h 1410865"/>
              <a:gd name="connsiteX2" fmla="*/ 5887032 w 5993513"/>
              <a:gd name="connsiteY2" fmla="*/ 1096747 h 1410865"/>
              <a:gd name="connsiteX3" fmla="*/ 5993513 w 5993513"/>
              <a:gd name="connsiteY3" fmla="*/ 894435 h 1410865"/>
              <a:gd name="connsiteX4" fmla="*/ 5988189 w 5993513"/>
              <a:gd name="connsiteY4" fmla="*/ 0 h 1410865"/>
              <a:gd name="connsiteX5" fmla="*/ 4899427 w 5993513"/>
              <a:gd name="connsiteY5" fmla="*/ 0 h 1410865"/>
              <a:gd name="connsiteX6" fmla="*/ 0 w 5993513"/>
              <a:gd name="connsiteY6" fmla="*/ 1409125 h 1410865"/>
              <a:gd name="connsiteX0" fmla="*/ 0 w 5993513"/>
              <a:gd name="connsiteY0" fmla="*/ 6859588 h 6861328"/>
              <a:gd name="connsiteX1" fmla="*/ 5575577 w 5993513"/>
              <a:gd name="connsiteY1" fmla="*/ 6861328 h 6861328"/>
              <a:gd name="connsiteX2" fmla="*/ 5887032 w 5993513"/>
              <a:gd name="connsiteY2" fmla="*/ 6547210 h 6861328"/>
              <a:gd name="connsiteX3" fmla="*/ 5993513 w 5993513"/>
              <a:gd name="connsiteY3" fmla="*/ 6344898 h 6861328"/>
              <a:gd name="connsiteX4" fmla="*/ 5988189 w 5993513"/>
              <a:gd name="connsiteY4" fmla="*/ 5450463 h 6861328"/>
              <a:gd name="connsiteX5" fmla="*/ 1 w 5993513"/>
              <a:gd name="connsiteY5" fmla="*/ 0 h 6861328"/>
              <a:gd name="connsiteX6" fmla="*/ 0 w 5993513"/>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3513"/>
              <a:gd name="connsiteY0" fmla="*/ 12219678 h 12221418"/>
              <a:gd name="connsiteX1" fmla="*/ 5575577 w 5993513"/>
              <a:gd name="connsiteY1" fmla="*/ 12221418 h 12221418"/>
              <a:gd name="connsiteX2" fmla="*/ 5887032 w 5993513"/>
              <a:gd name="connsiteY2" fmla="*/ 11907300 h 12221418"/>
              <a:gd name="connsiteX3" fmla="*/ 5993513 w 5993513"/>
              <a:gd name="connsiteY3" fmla="*/ 11704988 h 12221418"/>
              <a:gd name="connsiteX4" fmla="*/ 5987780 w 5993513"/>
              <a:gd name="connsiteY4" fmla="*/ 0 h 12221418"/>
              <a:gd name="connsiteX5" fmla="*/ 1 w 5993513"/>
              <a:gd name="connsiteY5" fmla="*/ 5360090 h 12221418"/>
              <a:gd name="connsiteX6" fmla="*/ 0 w 5993513"/>
              <a:gd name="connsiteY6" fmla="*/ 12219678 h 12221418"/>
              <a:gd name="connsiteX0" fmla="*/ 3542284 w 5993512"/>
              <a:gd name="connsiteY0" fmla="*/ 12215762 h 12221418"/>
              <a:gd name="connsiteX1" fmla="*/ 5575576 w 5993512"/>
              <a:gd name="connsiteY1" fmla="*/ 12221418 h 12221418"/>
              <a:gd name="connsiteX2" fmla="*/ 5887031 w 5993512"/>
              <a:gd name="connsiteY2" fmla="*/ 11907300 h 12221418"/>
              <a:gd name="connsiteX3" fmla="*/ 5993512 w 5993512"/>
              <a:gd name="connsiteY3" fmla="*/ 11704988 h 12221418"/>
              <a:gd name="connsiteX4" fmla="*/ 5987779 w 5993512"/>
              <a:gd name="connsiteY4" fmla="*/ 0 h 12221418"/>
              <a:gd name="connsiteX5" fmla="*/ 0 w 5993512"/>
              <a:gd name="connsiteY5" fmla="*/ 5360090 h 12221418"/>
              <a:gd name="connsiteX6" fmla="*/ 3542284 w 5993512"/>
              <a:gd name="connsiteY6" fmla="*/ 12215762 h 12221418"/>
              <a:gd name="connsiteX0" fmla="*/ 0 w 2451228"/>
              <a:gd name="connsiteY0" fmla="*/ 12215762 h 12221418"/>
              <a:gd name="connsiteX1" fmla="*/ 2033292 w 2451228"/>
              <a:gd name="connsiteY1" fmla="*/ 12221418 h 12221418"/>
              <a:gd name="connsiteX2" fmla="*/ 2344747 w 2451228"/>
              <a:gd name="connsiteY2" fmla="*/ 11907300 h 12221418"/>
              <a:gd name="connsiteX3" fmla="*/ 2451228 w 2451228"/>
              <a:gd name="connsiteY3" fmla="*/ 11704988 h 12221418"/>
              <a:gd name="connsiteX4" fmla="*/ 2445495 w 2451228"/>
              <a:gd name="connsiteY4" fmla="*/ 0 h 12221418"/>
              <a:gd name="connsiteX5" fmla="*/ 0 w 2451228"/>
              <a:gd name="connsiteY5" fmla="*/ 20584 h 12221418"/>
              <a:gd name="connsiteX6" fmla="*/ 0 w 2451228"/>
              <a:gd name="connsiteY6" fmla="*/ 12215762 h 12221418"/>
              <a:gd name="connsiteX0" fmla="*/ 0 w 2451228"/>
              <a:gd name="connsiteY0" fmla="*/ 12202114 h 12207770"/>
              <a:gd name="connsiteX1" fmla="*/ 2033292 w 2451228"/>
              <a:gd name="connsiteY1" fmla="*/ 12207770 h 12207770"/>
              <a:gd name="connsiteX2" fmla="*/ 2344747 w 2451228"/>
              <a:gd name="connsiteY2" fmla="*/ 11893652 h 12207770"/>
              <a:gd name="connsiteX3" fmla="*/ 2451228 w 2451228"/>
              <a:gd name="connsiteY3" fmla="*/ 11691340 h 12207770"/>
              <a:gd name="connsiteX4" fmla="*/ 2441055 w 2451228"/>
              <a:gd name="connsiteY4" fmla="*/ 0 h 12207770"/>
              <a:gd name="connsiteX5" fmla="*/ 0 w 2451228"/>
              <a:gd name="connsiteY5" fmla="*/ 6936 h 12207770"/>
              <a:gd name="connsiteX6" fmla="*/ 0 w 2451228"/>
              <a:gd name="connsiteY6" fmla="*/ 12202114 h 12207770"/>
              <a:gd name="connsiteX0" fmla="*/ 0 w 2451228"/>
              <a:gd name="connsiteY0" fmla="*/ 12195178 h 12200834"/>
              <a:gd name="connsiteX1" fmla="*/ 2033292 w 2451228"/>
              <a:gd name="connsiteY1" fmla="*/ 12200834 h 12200834"/>
              <a:gd name="connsiteX2" fmla="*/ 2344747 w 2451228"/>
              <a:gd name="connsiteY2" fmla="*/ 11886716 h 12200834"/>
              <a:gd name="connsiteX3" fmla="*/ 2451228 w 2451228"/>
              <a:gd name="connsiteY3" fmla="*/ 11684404 h 12200834"/>
              <a:gd name="connsiteX4" fmla="*/ 2439518 w 2451228"/>
              <a:gd name="connsiteY4" fmla="*/ 1656 h 12200834"/>
              <a:gd name="connsiteX5" fmla="*/ 0 w 2451228"/>
              <a:gd name="connsiteY5" fmla="*/ 0 h 12200834"/>
              <a:gd name="connsiteX6" fmla="*/ 0 w 2451228"/>
              <a:gd name="connsiteY6" fmla="*/ 12195178 h 12200834"/>
              <a:gd name="connsiteX0" fmla="*/ 0 w 2451228"/>
              <a:gd name="connsiteY0" fmla="*/ 12195178 h 12195178"/>
              <a:gd name="connsiteX1" fmla="*/ 2018671 w 2451228"/>
              <a:gd name="connsiteY1" fmla="*/ 12192340 h 12195178"/>
              <a:gd name="connsiteX2" fmla="*/ 2344747 w 2451228"/>
              <a:gd name="connsiteY2" fmla="*/ 11886716 h 12195178"/>
              <a:gd name="connsiteX3" fmla="*/ 2451228 w 2451228"/>
              <a:gd name="connsiteY3" fmla="*/ 11684404 h 12195178"/>
              <a:gd name="connsiteX4" fmla="*/ 2439518 w 2451228"/>
              <a:gd name="connsiteY4" fmla="*/ 1656 h 12195178"/>
              <a:gd name="connsiteX5" fmla="*/ 0 w 2451228"/>
              <a:gd name="connsiteY5" fmla="*/ 0 h 12195178"/>
              <a:gd name="connsiteX6" fmla="*/ 0 w 2451228"/>
              <a:gd name="connsiteY6" fmla="*/ 12195178 h 12195178"/>
              <a:gd name="connsiteX0" fmla="*/ 0 w 2444782"/>
              <a:gd name="connsiteY0" fmla="*/ 12195178 h 12195178"/>
              <a:gd name="connsiteX1" fmla="*/ 2018671 w 2444782"/>
              <a:gd name="connsiteY1" fmla="*/ 12192340 h 12195178"/>
              <a:gd name="connsiteX2" fmla="*/ 2344747 w 2444782"/>
              <a:gd name="connsiteY2" fmla="*/ 1188671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2444782"/>
              <a:gd name="connsiteY0" fmla="*/ 12195178 h 12195178"/>
              <a:gd name="connsiteX1" fmla="*/ 2018671 w 2444782"/>
              <a:gd name="connsiteY1" fmla="*/ 12192340 h 12195178"/>
              <a:gd name="connsiteX2" fmla="*/ 2314573 w 2444782"/>
              <a:gd name="connsiteY2" fmla="*/ 1189850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2444782"/>
              <a:gd name="connsiteY0" fmla="*/ 12195178 h 12195178"/>
              <a:gd name="connsiteX1" fmla="*/ 2018671 w 2444782"/>
              <a:gd name="connsiteY1" fmla="*/ 12192340 h 12195178"/>
              <a:gd name="connsiteX2" fmla="*/ 2314573 w 2444782"/>
              <a:gd name="connsiteY2" fmla="*/ 1189850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2444782"/>
              <a:gd name="connsiteY0" fmla="*/ 12195178 h 12195178"/>
              <a:gd name="connsiteX1" fmla="*/ 2018671 w 2444782"/>
              <a:gd name="connsiteY1" fmla="*/ 12192340 h 12195178"/>
              <a:gd name="connsiteX2" fmla="*/ 2314573 w 2444782"/>
              <a:gd name="connsiteY2" fmla="*/ 1189850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4956105"/>
              <a:gd name="connsiteY0" fmla="*/ 12195175 h 12195175"/>
              <a:gd name="connsiteX1" fmla="*/ 4529994 w 4956105"/>
              <a:gd name="connsiteY1" fmla="*/ 12192340 h 12195175"/>
              <a:gd name="connsiteX2" fmla="*/ 4825896 w 4956105"/>
              <a:gd name="connsiteY2" fmla="*/ 11898506 h 12195175"/>
              <a:gd name="connsiteX3" fmla="*/ 4956105 w 4956105"/>
              <a:gd name="connsiteY3" fmla="*/ 11651193 h 12195175"/>
              <a:gd name="connsiteX4" fmla="*/ 4950841 w 4956105"/>
              <a:gd name="connsiteY4" fmla="*/ 1656 h 12195175"/>
              <a:gd name="connsiteX5" fmla="*/ 2511323 w 4956105"/>
              <a:gd name="connsiteY5" fmla="*/ 0 h 12195175"/>
              <a:gd name="connsiteX6" fmla="*/ 0 w 4956105"/>
              <a:gd name="connsiteY6" fmla="*/ 12195175 h 12195175"/>
              <a:gd name="connsiteX0" fmla="*/ 0 w 4956105"/>
              <a:gd name="connsiteY0" fmla="*/ 12195174 h 12195174"/>
              <a:gd name="connsiteX1" fmla="*/ 4529994 w 4956105"/>
              <a:gd name="connsiteY1" fmla="*/ 12192339 h 12195174"/>
              <a:gd name="connsiteX2" fmla="*/ 4825896 w 4956105"/>
              <a:gd name="connsiteY2" fmla="*/ 11898505 h 12195174"/>
              <a:gd name="connsiteX3" fmla="*/ 4956105 w 4956105"/>
              <a:gd name="connsiteY3" fmla="*/ 11651192 h 12195174"/>
              <a:gd name="connsiteX4" fmla="*/ 4950841 w 4956105"/>
              <a:gd name="connsiteY4" fmla="*/ 1655 h 12195174"/>
              <a:gd name="connsiteX5" fmla="*/ 0 w 4956105"/>
              <a:gd name="connsiteY5" fmla="*/ 0 h 12195174"/>
              <a:gd name="connsiteX6" fmla="*/ 0 w 4956105"/>
              <a:gd name="connsiteY6" fmla="*/ 12195174 h 12195174"/>
              <a:gd name="connsiteX0" fmla="*/ 998621 w 5954726"/>
              <a:gd name="connsiteY0" fmla="*/ 12195174 h 12195174"/>
              <a:gd name="connsiteX1" fmla="*/ 5528615 w 5954726"/>
              <a:gd name="connsiteY1" fmla="*/ 12192339 h 12195174"/>
              <a:gd name="connsiteX2" fmla="*/ 5824517 w 5954726"/>
              <a:gd name="connsiteY2" fmla="*/ 11898505 h 12195174"/>
              <a:gd name="connsiteX3" fmla="*/ 5954726 w 5954726"/>
              <a:gd name="connsiteY3" fmla="*/ 11651192 h 12195174"/>
              <a:gd name="connsiteX4" fmla="*/ 5949462 w 5954726"/>
              <a:gd name="connsiteY4" fmla="*/ 1655 h 12195174"/>
              <a:gd name="connsiteX5" fmla="*/ 0 w 5954726"/>
              <a:gd name="connsiteY5" fmla="*/ 0 h 12195174"/>
              <a:gd name="connsiteX6" fmla="*/ 998621 w 5954726"/>
              <a:gd name="connsiteY6" fmla="*/ 12195174 h 12195174"/>
              <a:gd name="connsiteX0" fmla="*/ 0 w 5954726"/>
              <a:gd name="connsiteY0" fmla="*/ 12207206 h 12207206"/>
              <a:gd name="connsiteX1" fmla="*/ 5528615 w 5954726"/>
              <a:gd name="connsiteY1" fmla="*/ 12192339 h 12207206"/>
              <a:gd name="connsiteX2" fmla="*/ 5824517 w 5954726"/>
              <a:gd name="connsiteY2" fmla="*/ 11898505 h 12207206"/>
              <a:gd name="connsiteX3" fmla="*/ 5954726 w 5954726"/>
              <a:gd name="connsiteY3" fmla="*/ 11651192 h 12207206"/>
              <a:gd name="connsiteX4" fmla="*/ 5949462 w 5954726"/>
              <a:gd name="connsiteY4" fmla="*/ 1655 h 12207206"/>
              <a:gd name="connsiteX5" fmla="*/ 0 w 5954726"/>
              <a:gd name="connsiteY5" fmla="*/ 0 h 12207206"/>
              <a:gd name="connsiteX6" fmla="*/ 0 w 5954726"/>
              <a:gd name="connsiteY6" fmla="*/ 12207206 h 12207206"/>
            </a:gdLst>
            <a:rect l="l" t="t" r="r" b="b"/>
            <a:pathLst>
              <a:path w="5954726" h="12207206">
                <a:moveTo>
                  <a:pt x="0" y="12207206"/>
                </a:moveTo>
                <a:lnTo>
                  <a:pt x="5528615" y="12192339"/>
                </a:lnTo>
                <a:lnTo>
                  <a:pt x="5824517" y="11898505"/>
                </a:lnTo>
                <a:cubicBezTo>
                  <a:pt x="5925107" y="11801962"/>
                  <a:pt x="5945764" y="11762947"/>
                  <a:pt x="5954726" y="11651192"/>
                </a:cubicBezTo>
                <a:cubicBezTo>
                  <a:pt x="5952951" y="11353047"/>
                  <a:pt x="5951237" y="299800"/>
                  <a:pt x="5949462" y="1655"/>
                </a:cubicBezTo>
                <a:lnTo>
                  <a:pt x="0" y="0"/>
                </a:lnTo>
                <a:lnTo>
                  <a:pt x="0" y="12207206"/>
                </a:lnTo>
                <a:close/>
              </a:path>
            </a:pathLst>
          </a:custGeom>
          <a:solidFill xmlns:a="http://schemas.openxmlformats.org/drawingml/2006/main">
            <a:schemeClr val="bg1"/>
          </a:solidFill>
          <a:ln xmlns:a="http://schemas.openxmlformats.org/drawingml/2006/main" w="317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spcBef>
                <a:spcPct val="0"/>
              </a:spcBef>
              <a:spcAft>
                <a:spcPct val="0"/>
              </a:spcAft>
              <a:buNone/>
            </a:pPr>
            <a:endParaRPr sz="1799" kern="1200">
              <a:solidFill>
                <a:schemeClr val="lt1"/>
              </a:solidFill>
              <a:latin typeface="+mn-lt"/>
              <a:ea typeface="+mn-lt"/>
              <a:cs typeface="+mn-lt"/>
            </a:endParaRPr>
          </a:p>
        </p:txBody>
      </p:sp>
      <p:sp>
        <p:nvSpPr>
          <p:cNvPr id="39" name="Rectangle: Rounded Corners 38">
            <a:extLst xmlns:a="http://schemas.openxmlformats.org/drawingml/2006/main">
              <a:ext uri="{FF2B5EF4-FFF2-40B4-BE49-F238E27FC236}">
                <a16:creationId xmlns:a16="http://schemas.microsoft.com/office/drawing/2014/main" id="{9626795C-661F-588C-6A7A-49AEAD2673A7}"/>
              </a:ext>
            </a:extLst>
          </p:cNvPr>
          <p:cNvSpPr>
            <a:spLocks xmlns:a="http://schemas.openxmlformats.org/drawingml/2006/main" noGrp="1"/>
          </p:cNvSpPr>
          <p:nvPr/>
        </p:nvSpPr>
        <p:spPr>
          <a:xfrm xmlns:a="http://schemas.openxmlformats.org/drawingml/2006/main">
            <a:off x="989493" y="1344162"/>
            <a:ext cx="10036309" cy="4864100"/>
          </a:xfrm>
          <a:prstGeom xmlns:a="http://schemas.openxmlformats.org/drawingml/2006/main" prst="roundRect">
            <a:avLst/>
          </a:prstGeom>
          <a:solidFill xmlns:a="http://schemas.openxmlformats.org/drawingml/2006/main">
            <a:srgbClr val="F8F6F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3" name="Content Placeholder 5">
            <a:extLst xmlns:a="http://schemas.openxmlformats.org/drawingml/2006/main">
              <a:ext uri="{FF2B5EF4-FFF2-40B4-BE49-F238E27FC236}">
                <a16:creationId xmlns:a16="http://schemas.microsoft.com/office/drawing/2014/main" id="{5F59C685-C205-4D95-81E8-FBECB141C956}"/>
              </a:ext>
            </a:extLst>
          </p:cNvPr>
          <p:cNvSpPr>
            <a:spLocks xmlns:a="http://schemas.openxmlformats.org/drawingml/2006/main" noGrp="1"/>
          </p:cNvSpPr>
          <p:nvPr>
            <p:ph idx="10"/>
          </p:nvPr>
        </p:nvSpPr>
        <p:spPr>
          <a:xfrm xmlns:a="http://schemas.openxmlformats.org/drawingml/2006/main">
            <a:off x="3164015" y="1990140"/>
            <a:ext cx="6937830" cy="3696458"/>
          </a:xfrm>
        </p:spPr>
        <p:txBody>
          <a:bodyPr xmlns:a="http://schemas.openxmlformats.org/drawingml/2006/main"/>
          <a:lstStyle xmlns:a="http://schemas.openxmlformats.org/drawingml/2006/main">
            <a:lvl1pPr algn="l">
              <a:lnSpc>
                <a:spcPct val="125000"/>
              </a:lnSpc>
              <a:spcBef>
                <a:spcPts val="0"/>
              </a:spcBef>
              <a:spcAft>
                <a:spcPts val="1400"/>
              </a:spcAft>
              <a:buNone/>
              <a:defRPr sz="2000" b="0">
                <a:solidFill>
                  <a:schemeClr val="tx2"/>
                </a:solidFill>
                <a:latin typeface="+mn-lt"/>
                <a:ea typeface="+mn-lt"/>
                <a:cs typeface="+mn-lt"/>
              </a:defRPr>
            </a:lvl1pPr>
            <a:lvl2pPr marL="466095" indent="-285750">
              <a:buNone/>
              <a:defRPr/>
            </a:lvl2pPr>
            <a:lvl3pPr>
              <a:buNone/>
              <a:defRPr sz="2000">
                <a:solidFill>
                  <a:schemeClr val="tx2"/>
                </a:solidFill>
                <a:latin typeface="+mn-lt"/>
                <a:ea typeface="+mn-lt"/>
                <a:cs typeface="+mn-lt"/>
              </a:defRPr>
            </a:lvl3pPr>
          </a:lstStyle>
          <a:p xmlns:a="http://schemas.openxmlformats.org/drawingml/2006/main">
            <a:pPr lvl="0">
              <a:buNone/>
            </a:pPr>
            <a:r>
              <a:t>Click to edit Master text styles</a:t>
            </a:r>
          </a:p>
          <a:p xmlns:a="http://schemas.openxmlformats.org/drawingml/2006/main">
            <a:pPr marL="360327" lvl="2" indent="-179982" algn="l">
              <a:lnSpc>
                <a:spcPct val="125000"/>
              </a:lnSpc>
              <a:spcBef>
                <a:spcPts val="700"/>
              </a:spcBef>
              <a:spcAft>
                <a:spcPct val="0"/>
              </a:spcAft>
              <a:buClr>
                <a:schemeClr val="accent2"/>
              </a:buClr>
              <a:buFontTx/>
              <a:buNone/>
            </a:pPr>
            <a:r>
              <a:t>Second level</a:t>
            </a:r>
          </a:p>
        </p:txBody>
      </p:sp>
      <p:pic>
        <p:nvPicPr>
          <p:cNvPr id="4" name="Picture 3">
            <a:extLst xmlns:a="http://schemas.openxmlformats.org/drawingml/2006/main">
              <a:ext uri="{FF2B5EF4-FFF2-40B4-BE49-F238E27FC236}">
                <a16:creationId xmlns:a16="http://schemas.microsoft.com/office/drawing/2014/main" id="{FB3BB914-823F-472B-A1A4-BDE2D48DE522}"/>
              </a:ext>
            </a:extLst>
          </p:cNvPr>
          <p:cNvPicPr>
            <a:picLocks xmlns:a="http://schemas.openxmlformats.org/drawingml/2006/main" noChangeAspect="1"/>
          </p:cNvPicPr>
          <p:nvPr/>
        </p:nvPicPr>
        <p:blipFill>
          <a:blip xmlns:r="http://schemas.openxmlformats.org/officeDocument/2006/relationships" xmlns:a="http://schemas.openxmlformats.org/drawingml/2006/main" r:embed="Rf90ce3a22cab48c1"/>
          <a:stretch xmlns:a="http://schemas.openxmlformats.org/drawingml/2006/main">
            <a:fillRect l="0" t="0" r="0" b="0"/>
          </a:stretch>
        </p:blipFill>
        <p:spPr>
          <a:xfrm xmlns:a="http://schemas.openxmlformats.org/drawingml/2006/main">
            <a:off x="205917" y="186138"/>
            <a:ext cx="2075247" cy="579360"/>
          </a:xfrm>
          <a:prstGeom xmlns:a="http://schemas.openxmlformats.org/drawingml/2006/main" prst="rect">
            <a:avLst/>
          </a:prstGeom>
        </p:spPr>
      </p:pic>
      <p:sp>
        <p:nvSpPr>
          <p:cNvPr id="5" name="Slide Number Placeholder 109">
            <a:extLst xmlns:a="http://schemas.openxmlformats.org/drawingml/2006/main">
              <a:ext uri="{FF2B5EF4-FFF2-40B4-BE49-F238E27FC236}">
                <a16:creationId xmlns:a16="http://schemas.microsoft.com/office/drawing/2014/main" id="{CD5A6129-3EB7-C2EF-13CC-93174B774994}"/>
              </a:ext>
            </a:extLst>
          </p:cNvPr>
          <p:cNvSpPr>
            <a:spLocks xmlns:a="http://schemas.openxmlformats.org/drawingml/2006/main" noGrp="1"/>
          </p:cNvSpPr>
          <p:nvPr/>
        </p:nvSpPr>
        <p:spPr>
          <a:xfrm xmlns:a="http://schemas.openxmlformats.org/drawingml/2006/main">
            <a:off x="11426179" y="6454131"/>
            <a:ext cx="260424" cy="123111"/>
          </a:xfrm>
          <a:prstGeom xmlns:a="http://schemas.openxmlformats.org/drawingml/2006/main" prst="rect">
            <a:avLst/>
          </a:prstGeom>
        </p:spPr>
        <p:txBody>
          <a:bodyPr xmlns:a="http://schemas.openxmlformats.org/drawingml/2006/main" vert="horz" wrap="square" lIns="0" tIns="0" rIns="0" bIns="0" anchor="t">
            <a:spAutoFit/>
          </a:bodyPr>
          <a:lstStyle xmlns:a="http://schemas.openxmlformats.org/drawingml/2006/main">
            <a:lvl1pPr algn="r">
              <a:buNone/>
              <a:defRPr sz="1400">
                <a:solidFill>
                  <a:srgbClr val="FF0000"/>
                </a:solidFill>
                <a:latin typeface="+mn-lt"/>
                <a:ea typeface="+mn-lt"/>
                <a:cs typeface="+mn-lt"/>
              </a:defRPr>
            </a:lvl1pPr>
          </a:lstStyle>
          <a:p xmlns:a="http://schemas.openxmlformats.org/drawingml/2006/main">
            <a:pPr marL="0" marR="0" lvl="0" indent="0" algn="r" defTabSz="914309">
              <a:lnSpc>
                <a:spcPct val="100000"/>
              </a:lnSpc>
              <a:spcBef>
                <a:spcPct val="0"/>
              </a:spcBef>
              <a:spcAft>
                <a:spcPct val="0"/>
              </a:spcAft>
              <a:buClrTx/>
              <a:buSzTx/>
              <a:buFontTx/>
              <a:buNone/>
            </a:pPr>
            <a:fld id="{FB8A8675-40C0-40D2-8FCE-EA4A25F48F18}" type="slidenum">
              <a:rPr sz="800" b="0" i="0" u="none" strike="noStrike" cap="none" spc="0" baseline="0">
                <a:ln>
                  <a:noFill/>
                </a:ln>
                <a:solidFill>
                  <a:schemeClr val="tx2"/>
                </a:solidFill>
                <a:latin typeface="+mn-lt"/>
                <a:ea typeface="+mn-lt"/>
                <a:cs typeface="+mn-lt"/>
              </a:rPr>
              <a:t>‹#›</a:t>
            </a:fld>
            <a:endParaRPr sz="800" b="0" i="0" u="none" strike="noStrike" kern="1200" cap="none" spc="0" baseline="0">
              <a:ln>
                <a:noFill/>
              </a:ln>
              <a:solidFill>
                <a:schemeClr val="tx2"/>
              </a:solidFill>
              <a:latin typeface="+mn-lt"/>
              <a:ea typeface="+mn-lt"/>
              <a:cs typeface="+mn-lt"/>
            </a:endParaRPr>
          </a:p>
        </p:txBody>
      </p:sp>
      <p:sp>
        <p:nvSpPr>
          <p:cNvPr id="40" name="Title 3">
            <a:extLst xmlns:a="http://schemas.openxmlformats.org/drawingml/2006/main">
              <a:ext uri="{FF2B5EF4-FFF2-40B4-BE49-F238E27FC236}">
                <a16:creationId xmlns:a16="http://schemas.microsoft.com/office/drawing/2014/main" id="{5AF3534B-A4B2-BD34-5235-AAC58700E200}"/>
              </a:ext>
            </a:extLst>
          </p:cNvPr>
          <p:cNvSpPr>
            <a:spLocks xmlns:a="http://schemas.openxmlformats.org/drawingml/2006/main" noGrp="1"/>
          </p:cNvSpPr>
          <p:nvPr>
            <p:ph type="title" idx="0"/>
          </p:nvPr>
        </p:nvSpPr>
        <p:spPr>
          <a:xfrm xmlns:a="http://schemas.openxmlformats.org/drawingml/2006/main">
            <a:off x="2355273" y="282346"/>
            <a:ext cx="8541660" cy="378402"/>
          </a:xfrm>
        </p:spPr>
        <p:txBody>
          <a:bodyPr xmlns:a="http://schemas.openxmlformats.org/drawingml/2006/main" anchor="ctr"/>
          <a:lstStyle xmlns:a="http://schemas.openxmlformats.org/drawingml/2006/main">
            <a:lvl1pPr algn="l">
              <a:buNone/>
              <a:defRPr sz="2400"/>
            </a:lvl1pPr>
          </a:lstStyle>
          <a:p xmlns:a="http://schemas.openxmlformats.org/drawingml/2006/main">
            <a:r>
              <a:t>Click to edit Master title style</a:t>
            </a:r>
            <a:endParaRPr/>
          </a:p>
        </p:txBody>
      </p:sp>
      <p:pic>
        <p:nvPicPr>
          <p:cNvPr id="33" name="Picture 32">
            <a:extLst xmlns:a="http://schemas.openxmlformats.org/drawingml/2006/main">
              <a:ext uri="{FF2B5EF4-FFF2-40B4-BE49-F238E27FC236}">
                <a16:creationId xmlns:a16="http://schemas.microsoft.com/office/drawing/2014/main" id="{7C155D0D-D91B-4A7E-9338-5023CD93808F}"/>
              </a:ext>
            </a:extLst>
          </p:cNvPr>
          <p:cNvPicPr>
            <a:picLocks xmlns:a="http://schemas.openxmlformats.org/drawingml/2006/main" noChangeAspect="1"/>
          </p:cNvPicPr>
          <p:nvPr/>
        </p:nvPicPr>
        <p:blipFill>
          <a:blip xmlns:r="http://schemas.openxmlformats.org/officeDocument/2006/relationships" xmlns:a="http://schemas.openxmlformats.org/drawingml/2006/main" r:embed="R4dacbb002ceb487b"/>
          <a:stretch xmlns:a="http://schemas.openxmlformats.org/drawingml/2006/main">
            <a:fillRect l="0" t="0" r="0" b="0"/>
          </a:stretch>
        </p:blipFill>
        <p:spPr>
          <a:xfrm xmlns:a="http://schemas.openxmlformats.org/drawingml/2006/main" rot="18907040" flipH="0" flipV="0">
            <a:off x="-246480" y="2577939"/>
            <a:ext cx="2419119" cy="2396546"/>
          </a:xfrm>
          <a:prstGeom xmlns:a="http://schemas.openxmlformats.org/drawingml/2006/main" prst="rect">
            <a:avLst/>
          </a:prstGeom>
        </p:spPr>
      </p:pic>
      <p:sp>
        <p:nvSpPr>
          <p:cNvPr id="65" name="Rectangle 64">
            <a:extLst xmlns:a="http://schemas.openxmlformats.org/drawingml/2006/main">
              <a:ext uri="{FF2B5EF4-FFF2-40B4-BE49-F238E27FC236}">
                <a16:creationId xmlns:a16="http://schemas.microsoft.com/office/drawing/2014/main" id="{0C68CD2F-6AD1-BF3A-F92F-01C8B6EC7A0A}"/>
              </a:ext>
            </a:extLst>
          </p:cNvPr>
          <p:cNvSpPr>
            <a:spLocks xmlns:a="http://schemas.openxmlformats.org/drawingml/2006/main" noGrp="1"/>
          </p:cNvSpPr>
          <p:nvPr/>
        </p:nvSpPr>
        <p:spPr>
          <a:xfrm xmlns:a="http://schemas.openxmlformats.org/drawingml/2006/main" rot="0" flipH="0" flipV="0">
            <a:off x="458539" y="3222169"/>
            <a:ext cx="315295" cy="130699"/>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6" name="Rectangle 65">
            <a:extLst xmlns:a="http://schemas.openxmlformats.org/drawingml/2006/main">
              <a:ext uri="{FF2B5EF4-FFF2-40B4-BE49-F238E27FC236}">
                <a16:creationId xmlns:a16="http://schemas.microsoft.com/office/drawing/2014/main" id="{7677DA45-008F-3A56-E2FC-E3506E64791F}"/>
              </a:ext>
            </a:extLst>
          </p:cNvPr>
          <p:cNvSpPr>
            <a:spLocks xmlns:a="http://schemas.openxmlformats.org/drawingml/2006/main" noGrp="1"/>
          </p:cNvSpPr>
          <p:nvPr/>
        </p:nvSpPr>
        <p:spPr>
          <a:xfrm xmlns:a="http://schemas.openxmlformats.org/drawingml/2006/main" rot="0" flipH="0" flipV="0">
            <a:off x="458538" y="3436712"/>
            <a:ext cx="931555" cy="147055"/>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7" name="Rectangle 66">
            <a:extLst xmlns:a="http://schemas.openxmlformats.org/drawingml/2006/main">
              <a:ext uri="{FF2B5EF4-FFF2-40B4-BE49-F238E27FC236}">
                <a16:creationId xmlns:a16="http://schemas.microsoft.com/office/drawing/2014/main" id="{1217C7DE-6BF3-083A-CF1A-52B33BEF51ED}"/>
              </a:ext>
            </a:extLst>
          </p:cNvPr>
          <p:cNvSpPr>
            <a:spLocks xmlns:a="http://schemas.openxmlformats.org/drawingml/2006/main" noGrp="1"/>
          </p:cNvSpPr>
          <p:nvPr/>
        </p:nvSpPr>
        <p:spPr>
          <a:xfrm xmlns:a="http://schemas.openxmlformats.org/drawingml/2006/main" rot="0" flipH="0" flipV="0">
            <a:off x="458538" y="3667611"/>
            <a:ext cx="931555" cy="147055"/>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8" name="Rectangle 67">
            <a:extLst xmlns:a="http://schemas.openxmlformats.org/drawingml/2006/main">
              <a:ext uri="{FF2B5EF4-FFF2-40B4-BE49-F238E27FC236}">
                <a16:creationId xmlns:a16="http://schemas.microsoft.com/office/drawing/2014/main" id="{7F424BBB-A41B-9F98-A3AE-C6AF585951AC}"/>
              </a:ext>
            </a:extLst>
          </p:cNvPr>
          <p:cNvSpPr>
            <a:spLocks xmlns:a="http://schemas.openxmlformats.org/drawingml/2006/main" noGrp="1"/>
          </p:cNvSpPr>
          <p:nvPr/>
        </p:nvSpPr>
        <p:spPr>
          <a:xfrm xmlns:a="http://schemas.openxmlformats.org/drawingml/2006/main" rot="0" flipH="0" flipV="0">
            <a:off x="458538" y="3897548"/>
            <a:ext cx="979327" cy="147055"/>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9" name="Rectangle 68">
            <a:extLst xmlns:a="http://schemas.openxmlformats.org/drawingml/2006/main">
              <a:ext uri="{FF2B5EF4-FFF2-40B4-BE49-F238E27FC236}">
                <a16:creationId xmlns:a16="http://schemas.microsoft.com/office/drawing/2014/main" id="{5127310C-93BC-250E-9582-525A839E90E7}"/>
              </a:ext>
            </a:extLst>
          </p:cNvPr>
          <p:cNvSpPr>
            <a:spLocks xmlns:a="http://schemas.openxmlformats.org/drawingml/2006/main" noGrp="1"/>
          </p:cNvSpPr>
          <p:nvPr/>
        </p:nvSpPr>
        <p:spPr>
          <a:xfrm xmlns:a="http://schemas.openxmlformats.org/drawingml/2006/main" rot="0" flipH="0" flipV="0">
            <a:off x="458538" y="4127485"/>
            <a:ext cx="995251" cy="230898"/>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1" name="Rectangle 60">
            <a:extLst xmlns:a="http://schemas.openxmlformats.org/drawingml/2006/main">
              <a:ext uri="{FF2B5EF4-FFF2-40B4-BE49-F238E27FC236}">
                <a16:creationId xmlns:a16="http://schemas.microsoft.com/office/drawing/2014/main" id="{AA6D9E35-484A-F739-278B-CF415A0705FE}"/>
              </a:ext>
            </a:extLst>
          </p:cNvPr>
          <p:cNvSpPr>
            <a:spLocks xmlns:a="http://schemas.openxmlformats.org/drawingml/2006/main" noGrp="1"/>
          </p:cNvSpPr>
          <p:nvPr/>
        </p:nvSpPr>
        <p:spPr>
          <a:xfrm xmlns:a="http://schemas.openxmlformats.org/drawingml/2006/main" rot="0" flipH="0" flipV="0">
            <a:off x="353699" y="3317853"/>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3" name="Oval 62">
            <a:extLst xmlns:a="http://schemas.openxmlformats.org/drawingml/2006/main">
              <a:ext uri="{FF2B5EF4-FFF2-40B4-BE49-F238E27FC236}">
                <a16:creationId xmlns:a16="http://schemas.microsoft.com/office/drawing/2014/main" id="{03EE6713-60C9-C57C-BC0B-362541290474}"/>
              </a:ext>
            </a:extLst>
          </p:cNvPr>
          <p:cNvSpPr>
            <a:spLocks xmlns:a="http://schemas.openxmlformats.org/drawingml/2006/main" noGrp="1"/>
          </p:cNvSpPr>
          <p:nvPr/>
        </p:nvSpPr>
        <p:spPr>
          <a:xfrm xmlns:a="http://schemas.openxmlformats.org/drawingml/2006/main" rot="0" flipH="0" flipV="0">
            <a:off x="362726" y="3327900"/>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64" name="Graphic 63">
            <a:extLst xmlns:a="http://schemas.openxmlformats.org/drawingml/2006/main">
              <a:ext uri="{FF2B5EF4-FFF2-40B4-BE49-F238E27FC236}">
                <a16:creationId xmlns:a16="http://schemas.microsoft.com/office/drawing/2014/main" id="{678C380D-FA84-4D77-AE4F-97DE7E540BA9}"/>
              </a:ext>
            </a:extLst>
          </p:cNvPr>
          <p:cNvPicPr>
            <a:picLocks xmlns:a="http://schemas.openxmlformats.org/drawingml/2006/main" noChangeAspect="1"/>
          </p:cNvPicPr>
          <p:nvPr/>
        </p:nvPicPr>
        <p:blipFill>
          <a:blip xmlns:r="http://schemas.openxmlformats.org/officeDocument/2006/relationships" xmlns:a="http://schemas.openxmlformats.org/drawingml/2006/main" r:embed="R5d54190702de4063">
            <a:extLst>
              <a:ext uri="{96DAC541-7B7A-43D3-8B79-37D633B846F1}">
                <asvg:svgBlip xmlns:asvg="http://schemas.microsoft.com/office/drawing/2016/SVG/main" r:embed="R0b017b2423814f25"/>
              </a:ext>
            </a:extLst>
          </a:blip>
          <a:srcRect xmlns:a="http://schemas.openxmlformats.org/drawingml/2006/main" l="25604" t="26041" r="27357" b="26042"/>
          <a:stretch xmlns:a="http://schemas.openxmlformats.org/drawingml/2006/main"/>
        </p:blipFill>
        <p:spPr>
          <a:xfrm xmlns:a="http://schemas.openxmlformats.org/drawingml/2006/main" rot="0" flipH="0" flipV="0">
            <a:off x="372746" y="3336927"/>
            <a:ext cx="106348" cy="108333"/>
          </a:xfrm>
          <a:prstGeom xmlns:a="http://schemas.openxmlformats.org/drawingml/2006/main" prst="flowChartConnector">
            <a:avLst/>
          </a:prstGeom>
        </p:spPr>
      </p:pic>
      <p:sp>
        <p:nvSpPr>
          <p:cNvPr id="57" name="Rectangle 56">
            <a:extLst xmlns:a="http://schemas.openxmlformats.org/drawingml/2006/main">
              <a:ext uri="{FF2B5EF4-FFF2-40B4-BE49-F238E27FC236}">
                <a16:creationId xmlns:a16="http://schemas.microsoft.com/office/drawing/2014/main" id="{66107567-9886-F905-50C0-C1EE2C5D732C}"/>
              </a:ext>
            </a:extLst>
          </p:cNvPr>
          <p:cNvSpPr>
            <a:spLocks xmlns:a="http://schemas.openxmlformats.org/drawingml/2006/main" noGrp="1"/>
          </p:cNvSpPr>
          <p:nvPr/>
        </p:nvSpPr>
        <p:spPr>
          <a:xfrm xmlns:a="http://schemas.openxmlformats.org/drawingml/2006/main" rot="0" flipH="0" flipV="0">
            <a:off x="353755" y="3548121"/>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59" name="Oval 58">
            <a:extLst xmlns:a="http://schemas.openxmlformats.org/drawingml/2006/main">
              <a:ext uri="{FF2B5EF4-FFF2-40B4-BE49-F238E27FC236}">
                <a16:creationId xmlns:a16="http://schemas.microsoft.com/office/drawing/2014/main" id="{7A546C33-C2D2-7EE8-AEFF-228C09604ABE}"/>
              </a:ext>
            </a:extLst>
          </p:cNvPr>
          <p:cNvSpPr>
            <a:spLocks xmlns:a="http://schemas.openxmlformats.org/drawingml/2006/main" noGrp="1"/>
          </p:cNvSpPr>
          <p:nvPr/>
        </p:nvSpPr>
        <p:spPr>
          <a:xfrm xmlns:a="http://schemas.openxmlformats.org/drawingml/2006/main" rot="0" flipH="0" flipV="0">
            <a:off x="362782" y="3558168"/>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60" name="Graphic 59">
            <a:extLst xmlns:a="http://schemas.openxmlformats.org/drawingml/2006/main">
              <a:ext uri="{FF2B5EF4-FFF2-40B4-BE49-F238E27FC236}">
                <a16:creationId xmlns:a16="http://schemas.microsoft.com/office/drawing/2014/main" id="{E76AAAA9-0EAD-41E8-9CF7-246612360FBD}"/>
              </a:ext>
            </a:extLst>
          </p:cNvPr>
          <p:cNvPicPr>
            <a:picLocks xmlns:a="http://schemas.openxmlformats.org/drawingml/2006/main" noChangeAspect="1"/>
          </p:cNvPicPr>
          <p:nvPr/>
        </p:nvPicPr>
        <p:blipFill>
          <a:blip xmlns:r="http://schemas.openxmlformats.org/officeDocument/2006/relationships" xmlns:a="http://schemas.openxmlformats.org/drawingml/2006/main" r:embed="R5d54190702de4063">
            <a:extLst>
              <a:ext uri="{96DAC541-7B7A-43D3-8B79-37D633B846F1}">
                <asvg:svgBlip xmlns:asvg="http://schemas.microsoft.com/office/drawing/2016/SVG/main" r:embed="R0b017b2423814f25"/>
              </a:ext>
            </a:extLst>
          </a:blip>
          <a:srcRect xmlns:a="http://schemas.openxmlformats.org/drawingml/2006/main" l="25604" t="26041" r="27357" b="26042"/>
          <a:stretch xmlns:a="http://schemas.openxmlformats.org/drawingml/2006/main"/>
        </p:blipFill>
        <p:spPr>
          <a:xfrm xmlns:a="http://schemas.openxmlformats.org/drawingml/2006/main" rot="0" flipH="0" flipV="0">
            <a:off x="372802" y="3567195"/>
            <a:ext cx="106348" cy="108333"/>
          </a:xfrm>
          <a:prstGeom xmlns:a="http://schemas.openxmlformats.org/drawingml/2006/main" prst="flowChartConnector">
            <a:avLst/>
          </a:prstGeom>
        </p:spPr>
      </p:pic>
      <p:sp>
        <p:nvSpPr>
          <p:cNvPr id="53" name="Rectangle 52">
            <a:extLst xmlns:a="http://schemas.openxmlformats.org/drawingml/2006/main">
              <a:ext uri="{FF2B5EF4-FFF2-40B4-BE49-F238E27FC236}">
                <a16:creationId xmlns:a16="http://schemas.microsoft.com/office/drawing/2014/main" id="{532988A1-EAF5-FAE8-D750-2A2C41801FE9}"/>
              </a:ext>
            </a:extLst>
          </p:cNvPr>
          <p:cNvSpPr>
            <a:spLocks xmlns:a="http://schemas.openxmlformats.org/drawingml/2006/main" noGrp="1"/>
          </p:cNvSpPr>
          <p:nvPr/>
        </p:nvSpPr>
        <p:spPr>
          <a:xfrm xmlns:a="http://schemas.openxmlformats.org/drawingml/2006/main" rot="0" flipH="0" flipV="0">
            <a:off x="353699" y="3780033"/>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55" name="Oval 54">
            <a:extLst xmlns:a="http://schemas.openxmlformats.org/drawingml/2006/main">
              <a:ext uri="{FF2B5EF4-FFF2-40B4-BE49-F238E27FC236}">
                <a16:creationId xmlns:a16="http://schemas.microsoft.com/office/drawing/2014/main" id="{610829B5-3E62-3BDC-21CC-F0221A691AAC}"/>
              </a:ext>
            </a:extLst>
          </p:cNvPr>
          <p:cNvSpPr>
            <a:spLocks xmlns:a="http://schemas.openxmlformats.org/drawingml/2006/main" noGrp="1"/>
          </p:cNvSpPr>
          <p:nvPr/>
        </p:nvSpPr>
        <p:spPr>
          <a:xfrm xmlns:a="http://schemas.openxmlformats.org/drawingml/2006/main" rot="0" flipH="0" flipV="0">
            <a:off x="362726" y="3790080"/>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56" name="Graphic 55">
            <a:extLst xmlns:a="http://schemas.openxmlformats.org/drawingml/2006/main">
              <a:ext uri="{FF2B5EF4-FFF2-40B4-BE49-F238E27FC236}">
                <a16:creationId xmlns:a16="http://schemas.microsoft.com/office/drawing/2014/main" id="{0808FA0B-B418-4150-ABFE-7E782A5F182B}"/>
              </a:ext>
            </a:extLst>
          </p:cNvPr>
          <p:cNvPicPr>
            <a:picLocks xmlns:a="http://schemas.openxmlformats.org/drawingml/2006/main" noChangeAspect="1"/>
          </p:cNvPicPr>
          <p:nvPr/>
        </p:nvPicPr>
        <p:blipFill>
          <a:blip xmlns:r="http://schemas.openxmlformats.org/officeDocument/2006/relationships" xmlns:a="http://schemas.openxmlformats.org/drawingml/2006/main" r:embed="R5d54190702de4063">
            <a:extLst>
              <a:ext uri="{96DAC541-7B7A-43D3-8B79-37D633B846F1}">
                <asvg:svgBlip xmlns:asvg="http://schemas.microsoft.com/office/drawing/2016/SVG/main" r:embed="R0b017b2423814f25"/>
              </a:ext>
            </a:extLst>
          </a:blip>
          <a:srcRect xmlns:a="http://schemas.openxmlformats.org/drawingml/2006/main" l="25604" t="26041" r="27357" b="26042"/>
          <a:stretch xmlns:a="http://schemas.openxmlformats.org/drawingml/2006/main"/>
        </p:blipFill>
        <p:spPr>
          <a:xfrm xmlns:a="http://schemas.openxmlformats.org/drawingml/2006/main" rot="0" flipH="0" flipV="0">
            <a:off x="372746" y="3799107"/>
            <a:ext cx="106348" cy="108333"/>
          </a:xfrm>
          <a:prstGeom xmlns:a="http://schemas.openxmlformats.org/drawingml/2006/main" prst="flowChartConnector">
            <a:avLst/>
          </a:prstGeom>
        </p:spPr>
      </p:pic>
      <p:sp>
        <p:nvSpPr>
          <p:cNvPr id="49" name="Rectangle 48">
            <a:extLst xmlns:a="http://schemas.openxmlformats.org/drawingml/2006/main">
              <a:ext uri="{FF2B5EF4-FFF2-40B4-BE49-F238E27FC236}">
                <a16:creationId xmlns:a16="http://schemas.microsoft.com/office/drawing/2014/main" id="{B53053E3-D54B-5CDF-AD6F-C17BBB37278F}"/>
              </a:ext>
            </a:extLst>
          </p:cNvPr>
          <p:cNvSpPr>
            <a:spLocks xmlns:a="http://schemas.openxmlformats.org/drawingml/2006/main" noGrp="1"/>
          </p:cNvSpPr>
          <p:nvPr/>
        </p:nvSpPr>
        <p:spPr>
          <a:xfrm xmlns:a="http://schemas.openxmlformats.org/drawingml/2006/main" rot="0" flipH="0" flipV="0">
            <a:off x="355367" y="4013821"/>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51" name="Oval 50">
            <a:extLst xmlns:a="http://schemas.openxmlformats.org/drawingml/2006/main">
              <a:ext uri="{FF2B5EF4-FFF2-40B4-BE49-F238E27FC236}">
                <a16:creationId xmlns:a16="http://schemas.microsoft.com/office/drawing/2014/main" id="{072F1D4C-F173-C90D-A410-58F73E8B0052}"/>
              </a:ext>
            </a:extLst>
          </p:cNvPr>
          <p:cNvSpPr>
            <a:spLocks xmlns:a="http://schemas.openxmlformats.org/drawingml/2006/main" noGrp="1"/>
          </p:cNvSpPr>
          <p:nvPr/>
        </p:nvSpPr>
        <p:spPr>
          <a:xfrm xmlns:a="http://schemas.openxmlformats.org/drawingml/2006/main" rot="0" flipH="0" flipV="0">
            <a:off x="364394" y="4023868"/>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52" name="Graphic 51">
            <a:extLst xmlns:a="http://schemas.openxmlformats.org/drawingml/2006/main">
              <a:ext uri="{FF2B5EF4-FFF2-40B4-BE49-F238E27FC236}">
                <a16:creationId xmlns:a16="http://schemas.microsoft.com/office/drawing/2014/main" id="{D297929C-A523-46E0-B42D-741DC03D8AF1}"/>
              </a:ext>
            </a:extLst>
          </p:cNvPr>
          <p:cNvPicPr>
            <a:picLocks xmlns:a="http://schemas.openxmlformats.org/drawingml/2006/main" noChangeAspect="1"/>
          </p:cNvPicPr>
          <p:nvPr/>
        </p:nvPicPr>
        <p:blipFill>
          <a:blip xmlns:r="http://schemas.openxmlformats.org/officeDocument/2006/relationships" xmlns:a="http://schemas.openxmlformats.org/drawingml/2006/main" r:embed="R5d54190702de4063">
            <a:extLst>
              <a:ext uri="{96DAC541-7B7A-43D3-8B79-37D633B846F1}">
                <asvg:svgBlip xmlns:asvg="http://schemas.microsoft.com/office/drawing/2016/SVG/main" r:embed="R0b017b2423814f25"/>
              </a:ext>
            </a:extLst>
          </a:blip>
          <a:srcRect xmlns:a="http://schemas.openxmlformats.org/drawingml/2006/main" l="25604" t="26041" r="27357" b="26042"/>
          <a:stretch xmlns:a="http://schemas.openxmlformats.org/drawingml/2006/main"/>
        </p:blipFill>
        <p:spPr>
          <a:xfrm xmlns:a="http://schemas.openxmlformats.org/drawingml/2006/main" rot="0" flipH="0" flipV="0">
            <a:off x="374414" y="4032895"/>
            <a:ext cx="106348" cy="108333"/>
          </a:xfrm>
          <a:prstGeom xmlns:a="http://schemas.openxmlformats.org/drawingml/2006/main" prst="flowChartConnector">
            <a:avLst/>
          </a:prstGeom>
        </p:spPr>
      </p:pic>
      <p:pic>
        <p:nvPicPr>
          <p:cNvPr id="43" name="Picture 42">
            <a:extLst xmlns:a="http://schemas.openxmlformats.org/drawingml/2006/main">
              <a:ext uri="{FF2B5EF4-FFF2-40B4-BE49-F238E27FC236}">
                <a16:creationId xmlns:a16="http://schemas.microsoft.com/office/drawing/2014/main" id="{613D7334-596A-4893-80B3-1C2D07645509}"/>
              </a:ext>
            </a:extLst>
          </p:cNvPr>
          <p:cNvPicPr>
            <a:picLocks xmlns:a="http://schemas.openxmlformats.org/drawingml/2006/main" noChangeAspect="1"/>
          </p:cNvPicPr>
          <p:nvPr/>
        </p:nvPicPr>
        <p:blipFill>
          <a:blip xmlns:r="http://schemas.openxmlformats.org/officeDocument/2006/relationships" xmlns:a="http://schemas.openxmlformats.org/drawingml/2006/main" r:embed="R9f94d3fb3c454022"/>
          <a:stretch xmlns:a="http://schemas.openxmlformats.org/drawingml/2006/main">
            <a:fillRect l="0" t="0" r="0" b="0"/>
          </a:stretch>
        </p:blipFill>
        <p:spPr>
          <a:xfrm xmlns:a="http://schemas.openxmlformats.org/drawingml/2006/main" rot="18871541" flipH="0" flipV="0">
            <a:off x="1375411" y="3759890"/>
            <a:ext cx="841934" cy="845832"/>
          </a:xfrm>
          <a:prstGeom xmlns:a="http://schemas.openxmlformats.org/drawingml/2006/main" prst="rect">
            <a:avLst/>
          </a:prstGeom>
        </p:spPr>
      </p:pic>
      <p:sp>
        <p:nvSpPr>
          <p:cNvPr id="9" name="Freeform: Shape 8">
            <a:extLst xmlns:a="http://schemas.openxmlformats.org/drawingml/2006/main">
              <a:ext uri="{FF2B5EF4-FFF2-40B4-BE49-F238E27FC236}">
                <a16:creationId xmlns:a16="http://schemas.microsoft.com/office/drawing/2014/main" id="{C69094ED-7AAC-D8DA-0209-D5D8A55F4A99}"/>
              </a:ext>
            </a:extLst>
          </p:cNvPr>
          <p:cNvSpPr>
            <a:spLocks xmlns:a="http://schemas.openxmlformats.org/drawingml/2006/main" noGrp="1"/>
          </p:cNvSpPr>
          <p:nvPr/>
        </p:nvSpPr>
        <p:spPr>
          <a:xfrm xmlns:a="http://schemas.openxmlformats.org/drawingml/2006/main">
            <a:off x="11025802" y="0"/>
            <a:ext cx="1169373" cy="6859588"/>
          </a:xfrm>
          <a:custGeom xmlns:a="http://schemas.openxmlformats.org/drawingml/2006/main">
            <a:gdLst>
              <a:gd name="csX0" fmla="*/ 402166 w 1169373"/>
              <a:gd name="csY0" fmla="*/ 0 h 6859588"/>
              <a:gd name="csX1" fmla="*/ 500808 w 1169373"/>
              <a:gd name="csY1" fmla="*/ 0 h 6859588"/>
              <a:gd name="csX2" fmla="*/ 1003196 w 1169373"/>
              <a:gd name="csY2" fmla="*/ 0 h 6859588"/>
              <a:gd name="csX3" fmla="*/ 1169373 w 1169373"/>
              <a:gd name="csY3" fmla="*/ 0 h 6859588"/>
              <a:gd name="csX4" fmla="*/ 1169373 w 1169373"/>
              <a:gd name="csY4" fmla="*/ 6859588 h 6859588"/>
              <a:gd name="csX5" fmla="*/ 1003196 w 1169373"/>
              <a:gd name="csY5" fmla="*/ 6859588 h 6859588"/>
              <a:gd name="csX6" fmla="*/ 500808 w 1169373"/>
              <a:gd name="csY6" fmla="*/ 6859588 h 6859588"/>
              <a:gd name="csX7" fmla="*/ 0 w 1169373"/>
              <a:gd name="csY7" fmla="*/ 6859588 h 6859588"/>
              <a:gd name="csX8" fmla="*/ 297509 w 1169373"/>
              <a:gd name="csY8" fmla="*/ 6547210 h 6859588"/>
              <a:gd name="csX9" fmla="*/ 399788 w 1169373"/>
              <a:gd name="csY9" fmla="*/ 6344898 h 6859588"/>
              <a:gd name="csX10" fmla="*/ 402166 w 1169373"/>
              <a:gd name="csY10" fmla="*/ 0 h 6859588"/>
            </a:gdLst>
            <a:rect l="l" t="t" r="r" b="b"/>
            <a:pathLst>
              <a:path w="1169373" h="6859588">
                <a:moveTo>
                  <a:pt x="402166" y="0"/>
                </a:moveTo>
                <a:lnTo>
                  <a:pt x="500808" y="0"/>
                </a:lnTo>
                <a:lnTo>
                  <a:pt x="1003196" y="0"/>
                </a:lnTo>
                <a:lnTo>
                  <a:pt x="1169373" y="0"/>
                </a:lnTo>
                <a:lnTo>
                  <a:pt x="1169373" y="6859588"/>
                </a:lnTo>
                <a:lnTo>
                  <a:pt x="1003196" y="6859588"/>
                </a:lnTo>
                <a:lnTo>
                  <a:pt x="500808" y="6859588"/>
                </a:lnTo>
                <a:lnTo>
                  <a:pt x="0" y="6859588"/>
                </a:lnTo>
                <a:lnTo>
                  <a:pt x="297509" y="6547210"/>
                </a:lnTo>
                <a:cubicBezTo>
                  <a:pt x="361807" y="6480608"/>
                  <a:pt x="399729" y="6394128"/>
                  <a:pt x="399788" y="6344898"/>
                </a:cubicBezTo>
                <a:cubicBezTo>
                  <a:pt x="398083" y="6046753"/>
                  <a:pt x="403871" y="298145"/>
                  <a:pt x="402166" y="0"/>
                </a:cubicBezTo>
                <a:close/>
              </a:path>
            </a:pathLst>
          </a:custGeom>
          <a:solidFill xmlns:a="http://schemas.openxmlformats.org/drawingml/2006/main">
            <a:schemeClr val="accent4"/>
          </a:solidFill>
          <a:ln xmlns:a="http://schemas.openxmlformats.org/drawingml/2006/main">
            <a:solidFill>
              <a:schemeClr val="accent4"/>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p>
        </p:txBody>
      </p:sp>
      <p:pic>
        <p:nvPicPr>
          <p:cNvPr id="11" name="Picture 10">
            <a:extLst xmlns:a="http://schemas.openxmlformats.org/drawingml/2006/main">
              <a:ext uri="{FF2B5EF4-FFF2-40B4-BE49-F238E27FC236}">
                <a16:creationId xmlns:a16="http://schemas.microsoft.com/office/drawing/2014/main" id="{BDE6D967-AABF-4BDC-A3CC-E2E9AAA63110}"/>
              </a:ext>
            </a:extLst>
          </p:cNvPr>
          <p:cNvPicPr>
            <a:picLocks xmlns:a="http://schemas.openxmlformats.org/drawingml/2006/main" noChangeAspect="1"/>
          </p:cNvPicPr>
          <p:nvPr/>
        </p:nvPicPr>
        <p:blipFill>
          <a:blip xmlns:r="http://schemas.openxmlformats.org/officeDocument/2006/relationships" xmlns:a="http://schemas.openxmlformats.org/drawingml/2006/main" r:embed="R7b6f3d10cf184cf0"/>
          <a:srcRect xmlns:a="http://schemas.openxmlformats.org/drawingml/2006/main" l="6604" t="0" r="3435" b="0"/>
          <a:stretch xmlns:a="http://schemas.openxmlformats.org/drawingml/2006/main"/>
        </p:blipFill>
        <p:spPr>
          <a:xfrm xmlns:a="http://schemas.openxmlformats.org/drawingml/2006/main">
            <a:off x="10936942" y="5902252"/>
            <a:ext cx="1122600" cy="786542"/>
          </a:xfrm>
          <a:prstGeom xmlns:a="http://schemas.openxmlformats.org/drawingml/2006/main" prst="roundRect">
            <a:avLst>
              <a:gd name="adj" fmla="val 9137"/>
            </a:avLst>
          </a:prstGeom>
        </p:spPr>
      </p:pic>
    </p:spTree>
  </p:cSld>
</p:sldLayout>
</file>

<file path=ppt/slideLayouts/slideLayout15.xml><?xml version="1.0" encoding="utf-8"?>
<p:sldLayout xmlns:p="http://schemas.openxmlformats.org/presentationml/2006/main" showMasterSp="0" preserve="1" userDrawn="1">
  <p:cSld name="2_Task slide">
    <p:bg>
      <p:bgPr>
        <a:solidFill xmlns:a="http://schemas.openxmlformats.org/drawingml/2006/main">
          <a:schemeClr val="bg1"/>
        </a:solidFill>
      </p:bgPr>
    </p:bg>
    <p:spTree>
      <p:nvGrpSpPr>
        <p:cNvPr id="1" name=""/>
        <p:cNvGrpSpPr/>
        <p:nvPr/>
      </p:nvGrpSpPr>
      <p:grpSpPr>
        <a:xfrm xmlns:a="http://schemas.openxmlformats.org/drawingml/2006/main"/>
      </p:grpSpPr>
      <p:sp>
        <p:nvSpPr>
          <p:cNvPr id="3" name="Freeform 2">
            <a:extLst xmlns:a="http://schemas.openxmlformats.org/drawingml/2006/main">
              <a:ext uri="{FF2B5EF4-FFF2-40B4-BE49-F238E27FC236}">
                <a16:creationId xmlns:a16="http://schemas.microsoft.com/office/drawing/2014/main" id="{C85DACF0-9329-EE51-C4B2-D56E9D65618C}"/>
              </a:ext>
            </a:extLst>
          </p:cNvPr>
          <p:cNvSpPr>
            <a:spLocks xmlns:a="http://schemas.openxmlformats.org/drawingml/2006/main" noGrp="1"/>
          </p:cNvSpPr>
          <p:nvPr/>
        </p:nvSpPr>
        <p:spPr>
          <a:xfrm xmlns:a="http://schemas.openxmlformats.org/drawingml/2006/main" rot="16200000">
            <a:off x="3126242" y="-2216725"/>
            <a:ext cx="5954726" cy="12207206"/>
          </a:xfrm>
          <a:custGeom xmlns:a="http://schemas.openxmlformats.org/drawingml/2006/main">
            <a:gdLst>
              <a:gd name="connsiteX0" fmla="*/ 0 w 1134016"/>
              <a:gd name="connsiteY0" fmla="*/ 1408203 h 1410865"/>
              <a:gd name="connsiteX1" fmla="*/ 716080 w 1134016"/>
              <a:gd name="connsiteY1" fmla="*/ 1410865 h 1410865"/>
              <a:gd name="connsiteX2" fmla="*/ 1027535 w 1134016"/>
              <a:gd name="connsiteY2" fmla="*/ 1096747 h 1410865"/>
              <a:gd name="connsiteX3" fmla="*/ 1134016 w 1134016"/>
              <a:gd name="connsiteY3" fmla="*/ 894435 h 1410865"/>
              <a:gd name="connsiteX4" fmla="*/ 1128692 w 1134016"/>
              <a:gd name="connsiteY4" fmla="*/ 0 h 1410865"/>
              <a:gd name="connsiteX5" fmla="*/ 39930 w 1134016"/>
              <a:gd name="connsiteY5" fmla="*/ 0 h 1410865"/>
              <a:gd name="connsiteX6" fmla="*/ 0 w 1134016"/>
              <a:gd name="connsiteY6" fmla="*/ 1408203 h 1410865"/>
              <a:gd name="connsiteX0" fmla="*/ 0 w 5993513"/>
              <a:gd name="connsiteY0" fmla="*/ 1409125 h 1410865"/>
              <a:gd name="connsiteX1" fmla="*/ 5575577 w 5993513"/>
              <a:gd name="connsiteY1" fmla="*/ 1410865 h 1410865"/>
              <a:gd name="connsiteX2" fmla="*/ 5887032 w 5993513"/>
              <a:gd name="connsiteY2" fmla="*/ 1096747 h 1410865"/>
              <a:gd name="connsiteX3" fmla="*/ 5993513 w 5993513"/>
              <a:gd name="connsiteY3" fmla="*/ 894435 h 1410865"/>
              <a:gd name="connsiteX4" fmla="*/ 5988189 w 5993513"/>
              <a:gd name="connsiteY4" fmla="*/ 0 h 1410865"/>
              <a:gd name="connsiteX5" fmla="*/ 4899427 w 5993513"/>
              <a:gd name="connsiteY5" fmla="*/ 0 h 1410865"/>
              <a:gd name="connsiteX6" fmla="*/ 0 w 5993513"/>
              <a:gd name="connsiteY6" fmla="*/ 1409125 h 1410865"/>
              <a:gd name="connsiteX0" fmla="*/ 0 w 5993513"/>
              <a:gd name="connsiteY0" fmla="*/ 6859588 h 6861328"/>
              <a:gd name="connsiteX1" fmla="*/ 5575577 w 5993513"/>
              <a:gd name="connsiteY1" fmla="*/ 6861328 h 6861328"/>
              <a:gd name="connsiteX2" fmla="*/ 5887032 w 5993513"/>
              <a:gd name="connsiteY2" fmla="*/ 6547210 h 6861328"/>
              <a:gd name="connsiteX3" fmla="*/ 5993513 w 5993513"/>
              <a:gd name="connsiteY3" fmla="*/ 6344898 h 6861328"/>
              <a:gd name="connsiteX4" fmla="*/ 5988189 w 5993513"/>
              <a:gd name="connsiteY4" fmla="*/ 5450463 h 6861328"/>
              <a:gd name="connsiteX5" fmla="*/ 1 w 5993513"/>
              <a:gd name="connsiteY5" fmla="*/ 0 h 6861328"/>
              <a:gd name="connsiteX6" fmla="*/ 0 w 5993513"/>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3513"/>
              <a:gd name="connsiteY0" fmla="*/ 12219678 h 12221418"/>
              <a:gd name="connsiteX1" fmla="*/ 5575577 w 5993513"/>
              <a:gd name="connsiteY1" fmla="*/ 12221418 h 12221418"/>
              <a:gd name="connsiteX2" fmla="*/ 5887032 w 5993513"/>
              <a:gd name="connsiteY2" fmla="*/ 11907300 h 12221418"/>
              <a:gd name="connsiteX3" fmla="*/ 5993513 w 5993513"/>
              <a:gd name="connsiteY3" fmla="*/ 11704988 h 12221418"/>
              <a:gd name="connsiteX4" fmla="*/ 5987780 w 5993513"/>
              <a:gd name="connsiteY4" fmla="*/ 0 h 12221418"/>
              <a:gd name="connsiteX5" fmla="*/ 1 w 5993513"/>
              <a:gd name="connsiteY5" fmla="*/ 5360090 h 12221418"/>
              <a:gd name="connsiteX6" fmla="*/ 0 w 5993513"/>
              <a:gd name="connsiteY6" fmla="*/ 12219678 h 12221418"/>
              <a:gd name="connsiteX0" fmla="*/ 3542284 w 5993512"/>
              <a:gd name="connsiteY0" fmla="*/ 12215762 h 12221418"/>
              <a:gd name="connsiteX1" fmla="*/ 5575576 w 5993512"/>
              <a:gd name="connsiteY1" fmla="*/ 12221418 h 12221418"/>
              <a:gd name="connsiteX2" fmla="*/ 5887031 w 5993512"/>
              <a:gd name="connsiteY2" fmla="*/ 11907300 h 12221418"/>
              <a:gd name="connsiteX3" fmla="*/ 5993512 w 5993512"/>
              <a:gd name="connsiteY3" fmla="*/ 11704988 h 12221418"/>
              <a:gd name="connsiteX4" fmla="*/ 5987779 w 5993512"/>
              <a:gd name="connsiteY4" fmla="*/ 0 h 12221418"/>
              <a:gd name="connsiteX5" fmla="*/ 0 w 5993512"/>
              <a:gd name="connsiteY5" fmla="*/ 5360090 h 12221418"/>
              <a:gd name="connsiteX6" fmla="*/ 3542284 w 5993512"/>
              <a:gd name="connsiteY6" fmla="*/ 12215762 h 12221418"/>
              <a:gd name="connsiteX0" fmla="*/ 0 w 2451228"/>
              <a:gd name="connsiteY0" fmla="*/ 12215762 h 12221418"/>
              <a:gd name="connsiteX1" fmla="*/ 2033292 w 2451228"/>
              <a:gd name="connsiteY1" fmla="*/ 12221418 h 12221418"/>
              <a:gd name="connsiteX2" fmla="*/ 2344747 w 2451228"/>
              <a:gd name="connsiteY2" fmla="*/ 11907300 h 12221418"/>
              <a:gd name="connsiteX3" fmla="*/ 2451228 w 2451228"/>
              <a:gd name="connsiteY3" fmla="*/ 11704988 h 12221418"/>
              <a:gd name="connsiteX4" fmla="*/ 2445495 w 2451228"/>
              <a:gd name="connsiteY4" fmla="*/ 0 h 12221418"/>
              <a:gd name="connsiteX5" fmla="*/ 0 w 2451228"/>
              <a:gd name="connsiteY5" fmla="*/ 20584 h 12221418"/>
              <a:gd name="connsiteX6" fmla="*/ 0 w 2451228"/>
              <a:gd name="connsiteY6" fmla="*/ 12215762 h 12221418"/>
              <a:gd name="connsiteX0" fmla="*/ 0 w 2451228"/>
              <a:gd name="connsiteY0" fmla="*/ 12202114 h 12207770"/>
              <a:gd name="connsiteX1" fmla="*/ 2033292 w 2451228"/>
              <a:gd name="connsiteY1" fmla="*/ 12207770 h 12207770"/>
              <a:gd name="connsiteX2" fmla="*/ 2344747 w 2451228"/>
              <a:gd name="connsiteY2" fmla="*/ 11893652 h 12207770"/>
              <a:gd name="connsiteX3" fmla="*/ 2451228 w 2451228"/>
              <a:gd name="connsiteY3" fmla="*/ 11691340 h 12207770"/>
              <a:gd name="connsiteX4" fmla="*/ 2441055 w 2451228"/>
              <a:gd name="connsiteY4" fmla="*/ 0 h 12207770"/>
              <a:gd name="connsiteX5" fmla="*/ 0 w 2451228"/>
              <a:gd name="connsiteY5" fmla="*/ 6936 h 12207770"/>
              <a:gd name="connsiteX6" fmla="*/ 0 w 2451228"/>
              <a:gd name="connsiteY6" fmla="*/ 12202114 h 12207770"/>
              <a:gd name="connsiteX0" fmla="*/ 0 w 2451228"/>
              <a:gd name="connsiteY0" fmla="*/ 12195178 h 12200834"/>
              <a:gd name="connsiteX1" fmla="*/ 2033292 w 2451228"/>
              <a:gd name="connsiteY1" fmla="*/ 12200834 h 12200834"/>
              <a:gd name="connsiteX2" fmla="*/ 2344747 w 2451228"/>
              <a:gd name="connsiteY2" fmla="*/ 11886716 h 12200834"/>
              <a:gd name="connsiteX3" fmla="*/ 2451228 w 2451228"/>
              <a:gd name="connsiteY3" fmla="*/ 11684404 h 12200834"/>
              <a:gd name="connsiteX4" fmla="*/ 2439518 w 2451228"/>
              <a:gd name="connsiteY4" fmla="*/ 1656 h 12200834"/>
              <a:gd name="connsiteX5" fmla="*/ 0 w 2451228"/>
              <a:gd name="connsiteY5" fmla="*/ 0 h 12200834"/>
              <a:gd name="connsiteX6" fmla="*/ 0 w 2451228"/>
              <a:gd name="connsiteY6" fmla="*/ 12195178 h 12200834"/>
              <a:gd name="connsiteX0" fmla="*/ 0 w 2451228"/>
              <a:gd name="connsiteY0" fmla="*/ 12195178 h 12195178"/>
              <a:gd name="connsiteX1" fmla="*/ 2018671 w 2451228"/>
              <a:gd name="connsiteY1" fmla="*/ 12192340 h 12195178"/>
              <a:gd name="connsiteX2" fmla="*/ 2344747 w 2451228"/>
              <a:gd name="connsiteY2" fmla="*/ 11886716 h 12195178"/>
              <a:gd name="connsiteX3" fmla="*/ 2451228 w 2451228"/>
              <a:gd name="connsiteY3" fmla="*/ 11684404 h 12195178"/>
              <a:gd name="connsiteX4" fmla="*/ 2439518 w 2451228"/>
              <a:gd name="connsiteY4" fmla="*/ 1656 h 12195178"/>
              <a:gd name="connsiteX5" fmla="*/ 0 w 2451228"/>
              <a:gd name="connsiteY5" fmla="*/ 0 h 12195178"/>
              <a:gd name="connsiteX6" fmla="*/ 0 w 2451228"/>
              <a:gd name="connsiteY6" fmla="*/ 12195178 h 12195178"/>
              <a:gd name="connsiteX0" fmla="*/ 0 w 2444782"/>
              <a:gd name="connsiteY0" fmla="*/ 12195178 h 12195178"/>
              <a:gd name="connsiteX1" fmla="*/ 2018671 w 2444782"/>
              <a:gd name="connsiteY1" fmla="*/ 12192340 h 12195178"/>
              <a:gd name="connsiteX2" fmla="*/ 2344747 w 2444782"/>
              <a:gd name="connsiteY2" fmla="*/ 1188671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2444782"/>
              <a:gd name="connsiteY0" fmla="*/ 12195178 h 12195178"/>
              <a:gd name="connsiteX1" fmla="*/ 2018671 w 2444782"/>
              <a:gd name="connsiteY1" fmla="*/ 12192340 h 12195178"/>
              <a:gd name="connsiteX2" fmla="*/ 2314573 w 2444782"/>
              <a:gd name="connsiteY2" fmla="*/ 1189850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2444782"/>
              <a:gd name="connsiteY0" fmla="*/ 12195178 h 12195178"/>
              <a:gd name="connsiteX1" fmla="*/ 2018671 w 2444782"/>
              <a:gd name="connsiteY1" fmla="*/ 12192340 h 12195178"/>
              <a:gd name="connsiteX2" fmla="*/ 2314573 w 2444782"/>
              <a:gd name="connsiteY2" fmla="*/ 1189850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2444782"/>
              <a:gd name="connsiteY0" fmla="*/ 12195178 h 12195178"/>
              <a:gd name="connsiteX1" fmla="*/ 2018671 w 2444782"/>
              <a:gd name="connsiteY1" fmla="*/ 12192340 h 12195178"/>
              <a:gd name="connsiteX2" fmla="*/ 2314573 w 2444782"/>
              <a:gd name="connsiteY2" fmla="*/ 1189850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4956105"/>
              <a:gd name="connsiteY0" fmla="*/ 12195175 h 12195175"/>
              <a:gd name="connsiteX1" fmla="*/ 4529994 w 4956105"/>
              <a:gd name="connsiteY1" fmla="*/ 12192340 h 12195175"/>
              <a:gd name="connsiteX2" fmla="*/ 4825896 w 4956105"/>
              <a:gd name="connsiteY2" fmla="*/ 11898506 h 12195175"/>
              <a:gd name="connsiteX3" fmla="*/ 4956105 w 4956105"/>
              <a:gd name="connsiteY3" fmla="*/ 11651193 h 12195175"/>
              <a:gd name="connsiteX4" fmla="*/ 4950841 w 4956105"/>
              <a:gd name="connsiteY4" fmla="*/ 1656 h 12195175"/>
              <a:gd name="connsiteX5" fmla="*/ 2511323 w 4956105"/>
              <a:gd name="connsiteY5" fmla="*/ 0 h 12195175"/>
              <a:gd name="connsiteX6" fmla="*/ 0 w 4956105"/>
              <a:gd name="connsiteY6" fmla="*/ 12195175 h 12195175"/>
              <a:gd name="connsiteX0" fmla="*/ 0 w 4956105"/>
              <a:gd name="connsiteY0" fmla="*/ 12195174 h 12195174"/>
              <a:gd name="connsiteX1" fmla="*/ 4529994 w 4956105"/>
              <a:gd name="connsiteY1" fmla="*/ 12192339 h 12195174"/>
              <a:gd name="connsiteX2" fmla="*/ 4825896 w 4956105"/>
              <a:gd name="connsiteY2" fmla="*/ 11898505 h 12195174"/>
              <a:gd name="connsiteX3" fmla="*/ 4956105 w 4956105"/>
              <a:gd name="connsiteY3" fmla="*/ 11651192 h 12195174"/>
              <a:gd name="connsiteX4" fmla="*/ 4950841 w 4956105"/>
              <a:gd name="connsiteY4" fmla="*/ 1655 h 12195174"/>
              <a:gd name="connsiteX5" fmla="*/ 0 w 4956105"/>
              <a:gd name="connsiteY5" fmla="*/ 0 h 12195174"/>
              <a:gd name="connsiteX6" fmla="*/ 0 w 4956105"/>
              <a:gd name="connsiteY6" fmla="*/ 12195174 h 12195174"/>
              <a:gd name="connsiteX0" fmla="*/ 998621 w 5954726"/>
              <a:gd name="connsiteY0" fmla="*/ 12195174 h 12195174"/>
              <a:gd name="connsiteX1" fmla="*/ 5528615 w 5954726"/>
              <a:gd name="connsiteY1" fmla="*/ 12192339 h 12195174"/>
              <a:gd name="connsiteX2" fmla="*/ 5824517 w 5954726"/>
              <a:gd name="connsiteY2" fmla="*/ 11898505 h 12195174"/>
              <a:gd name="connsiteX3" fmla="*/ 5954726 w 5954726"/>
              <a:gd name="connsiteY3" fmla="*/ 11651192 h 12195174"/>
              <a:gd name="connsiteX4" fmla="*/ 5949462 w 5954726"/>
              <a:gd name="connsiteY4" fmla="*/ 1655 h 12195174"/>
              <a:gd name="connsiteX5" fmla="*/ 0 w 5954726"/>
              <a:gd name="connsiteY5" fmla="*/ 0 h 12195174"/>
              <a:gd name="connsiteX6" fmla="*/ 998621 w 5954726"/>
              <a:gd name="connsiteY6" fmla="*/ 12195174 h 12195174"/>
              <a:gd name="connsiteX0" fmla="*/ 0 w 5954726"/>
              <a:gd name="connsiteY0" fmla="*/ 12207206 h 12207206"/>
              <a:gd name="connsiteX1" fmla="*/ 5528615 w 5954726"/>
              <a:gd name="connsiteY1" fmla="*/ 12192339 h 12207206"/>
              <a:gd name="connsiteX2" fmla="*/ 5824517 w 5954726"/>
              <a:gd name="connsiteY2" fmla="*/ 11898505 h 12207206"/>
              <a:gd name="connsiteX3" fmla="*/ 5954726 w 5954726"/>
              <a:gd name="connsiteY3" fmla="*/ 11651192 h 12207206"/>
              <a:gd name="connsiteX4" fmla="*/ 5949462 w 5954726"/>
              <a:gd name="connsiteY4" fmla="*/ 1655 h 12207206"/>
              <a:gd name="connsiteX5" fmla="*/ 0 w 5954726"/>
              <a:gd name="connsiteY5" fmla="*/ 0 h 12207206"/>
              <a:gd name="connsiteX6" fmla="*/ 0 w 5954726"/>
              <a:gd name="connsiteY6" fmla="*/ 12207206 h 12207206"/>
            </a:gdLst>
            <a:rect l="l" t="t" r="r" b="b"/>
            <a:pathLst>
              <a:path w="5954726" h="12207206">
                <a:moveTo>
                  <a:pt x="0" y="12207206"/>
                </a:moveTo>
                <a:lnTo>
                  <a:pt x="5528615" y="12192339"/>
                </a:lnTo>
                <a:lnTo>
                  <a:pt x="5824517" y="11898505"/>
                </a:lnTo>
                <a:cubicBezTo>
                  <a:pt x="5925107" y="11801962"/>
                  <a:pt x="5945764" y="11762947"/>
                  <a:pt x="5954726" y="11651192"/>
                </a:cubicBezTo>
                <a:cubicBezTo>
                  <a:pt x="5952951" y="11353047"/>
                  <a:pt x="5951237" y="299800"/>
                  <a:pt x="5949462" y="1655"/>
                </a:cubicBezTo>
                <a:lnTo>
                  <a:pt x="0" y="0"/>
                </a:lnTo>
                <a:lnTo>
                  <a:pt x="0" y="12207206"/>
                </a:lnTo>
                <a:close/>
              </a:path>
            </a:pathLst>
          </a:custGeom>
          <a:solidFill xmlns:a="http://schemas.openxmlformats.org/drawingml/2006/main">
            <a:schemeClr val="bg1"/>
          </a:solidFill>
          <a:ln xmlns:a="http://schemas.openxmlformats.org/drawingml/2006/main" w="317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spcBef>
                <a:spcPct val="0"/>
              </a:spcBef>
              <a:spcAft>
                <a:spcPct val="0"/>
              </a:spcAft>
              <a:buNone/>
            </a:pPr>
            <a:endParaRPr sz="1799" kern="1200">
              <a:solidFill>
                <a:schemeClr val="lt1"/>
              </a:solidFill>
              <a:latin typeface="+mn-lt"/>
              <a:ea typeface="+mn-lt"/>
              <a:cs typeface="+mn-lt"/>
            </a:endParaRPr>
          </a:p>
        </p:txBody>
      </p:sp>
      <p:sp>
        <p:nvSpPr>
          <p:cNvPr id="39" name="Rectangle: Rounded Corners 38">
            <a:extLst xmlns:a="http://schemas.openxmlformats.org/drawingml/2006/main">
              <a:ext uri="{FF2B5EF4-FFF2-40B4-BE49-F238E27FC236}">
                <a16:creationId xmlns:a16="http://schemas.microsoft.com/office/drawing/2014/main" id="{9626795C-661F-588C-6A7A-49AEAD2673A7}"/>
              </a:ext>
            </a:extLst>
          </p:cNvPr>
          <p:cNvSpPr>
            <a:spLocks xmlns:a="http://schemas.openxmlformats.org/drawingml/2006/main" noGrp="1"/>
          </p:cNvSpPr>
          <p:nvPr/>
        </p:nvSpPr>
        <p:spPr>
          <a:xfrm xmlns:a="http://schemas.openxmlformats.org/drawingml/2006/main">
            <a:off x="989493" y="1344162"/>
            <a:ext cx="10036309" cy="4864100"/>
          </a:xfrm>
          <a:prstGeom xmlns:a="http://schemas.openxmlformats.org/drawingml/2006/main" prst="roundRect">
            <a:avLst/>
          </a:prstGeom>
          <a:solidFill xmlns:a="http://schemas.openxmlformats.org/drawingml/2006/main">
            <a:srgbClr val="F8F6F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3" name="Content Placeholder 5">
            <a:extLst xmlns:a="http://schemas.openxmlformats.org/drawingml/2006/main">
              <a:ext uri="{FF2B5EF4-FFF2-40B4-BE49-F238E27FC236}">
                <a16:creationId xmlns:a16="http://schemas.microsoft.com/office/drawing/2014/main" id="{2DDBB366-B06D-4D7E-A820-896DA9880045}"/>
              </a:ext>
            </a:extLst>
          </p:cNvPr>
          <p:cNvSpPr>
            <a:spLocks xmlns:a="http://schemas.openxmlformats.org/drawingml/2006/main" noGrp="1"/>
          </p:cNvSpPr>
          <p:nvPr>
            <p:ph idx="10"/>
          </p:nvPr>
        </p:nvSpPr>
        <p:spPr>
          <a:xfrm xmlns:a="http://schemas.openxmlformats.org/drawingml/2006/main">
            <a:off x="3164015" y="1990140"/>
            <a:ext cx="6937830" cy="3696458"/>
          </a:xfrm>
        </p:spPr>
        <p:txBody>
          <a:bodyPr xmlns:a="http://schemas.openxmlformats.org/drawingml/2006/main"/>
          <a:lstStyle xmlns:a="http://schemas.openxmlformats.org/drawingml/2006/main">
            <a:lvl1pPr algn="l">
              <a:lnSpc>
                <a:spcPct val="125000"/>
              </a:lnSpc>
              <a:spcBef>
                <a:spcPts val="0"/>
              </a:spcBef>
              <a:spcAft>
                <a:spcPts val="1400"/>
              </a:spcAft>
              <a:buNone/>
              <a:defRPr sz="2000" b="0">
                <a:solidFill>
                  <a:schemeClr val="tx2"/>
                </a:solidFill>
                <a:latin typeface="+mn-lt"/>
                <a:ea typeface="+mn-lt"/>
                <a:cs typeface="+mn-lt"/>
              </a:defRPr>
            </a:lvl1pPr>
            <a:lvl2pPr marL="466095" indent="-285750">
              <a:buNone/>
              <a:defRPr/>
            </a:lvl2pPr>
            <a:lvl3pPr>
              <a:buNone/>
              <a:defRPr sz="2000">
                <a:solidFill>
                  <a:schemeClr val="tx2"/>
                </a:solidFill>
                <a:latin typeface="+mn-lt"/>
                <a:ea typeface="+mn-lt"/>
                <a:cs typeface="+mn-lt"/>
              </a:defRPr>
            </a:lvl3pPr>
          </a:lstStyle>
          <a:p xmlns:a="http://schemas.openxmlformats.org/drawingml/2006/main">
            <a:pPr lvl="0">
              <a:buNone/>
            </a:pPr>
            <a:r>
              <a:t>Click to edit Master text styles</a:t>
            </a:r>
          </a:p>
          <a:p xmlns:a="http://schemas.openxmlformats.org/drawingml/2006/main">
            <a:pPr marL="360327" lvl="2" indent="-179982" algn="l">
              <a:lnSpc>
                <a:spcPct val="125000"/>
              </a:lnSpc>
              <a:spcBef>
                <a:spcPts val="700"/>
              </a:spcBef>
              <a:spcAft>
                <a:spcPct val="0"/>
              </a:spcAft>
              <a:buClr>
                <a:schemeClr val="accent2"/>
              </a:buClr>
              <a:buFontTx/>
              <a:buNone/>
            </a:pPr>
            <a:r>
              <a:t>Second level</a:t>
            </a:r>
          </a:p>
        </p:txBody>
      </p:sp>
      <p:pic>
        <p:nvPicPr>
          <p:cNvPr id="4" name="Picture 3">
            <a:extLst xmlns:a="http://schemas.openxmlformats.org/drawingml/2006/main">
              <a:ext uri="{FF2B5EF4-FFF2-40B4-BE49-F238E27FC236}">
                <a16:creationId xmlns:a16="http://schemas.microsoft.com/office/drawing/2014/main" id="{A632AD5F-34FF-4184-9453-53C80DF5760C}"/>
              </a:ext>
            </a:extLst>
          </p:cNvPr>
          <p:cNvPicPr>
            <a:picLocks xmlns:a="http://schemas.openxmlformats.org/drawingml/2006/main" noChangeAspect="1"/>
          </p:cNvPicPr>
          <p:nvPr/>
        </p:nvPicPr>
        <p:blipFill>
          <a:blip xmlns:r="http://schemas.openxmlformats.org/officeDocument/2006/relationships" xmlns:a="http://schemas.openxmlformats.org/drawingml/2006/main" r:embed="R8d9dfddc8a934926"/>
          <a:stretch xmlns:a="http://schemas.openxmlformats.org/drawingml/2006/main">
            <a:fillRect l="0" t="0" r="0" b="0"/>
          </a:stretch>
        </p:blipFill>
        <p:spPr>
          <a:xfrm xmlns:a="http://schemas.openxmlformats.org/drawingml/2006/main">
            <a:off x="205917" y="186138"/>
            <a:ext cx="2075247" cy="579360"/>
          </a:xfrm>
          <a:prstGeom xmlns:a="http://schemas.openxmlformats.org/drawingml/2006/main" prst="rect">
            <a:avLst/>
          </a:prstGeom>
        </p:spPr>
      </p:pic>
      <p:sp>
        <p:nvSpPr>
          <p:cNvPr id="5" name="Slide Number Placeholder 109">
            <a:extLst xmlns:a="http://schemas.openxmlformats.org/drawingml/2006/main">
              <a:ext uri="{FF2B5EF4-FFF2-40B4-BE49-F238E27FC236}">
                <a16:creationId xmlns:a16="http://schemas.microsoft.com/office/drawing/2014/main" id="{CD5A6129-3EB7-C2EF-13CC-93174B774994}"/>
              </a:ext>
            </a:extLst>
          </p:cNvPr>
          <p:cNvSpPr>
            <a:spLocks xmlns:a="http://schemas.openxmlformats.org/drawingml/2006/main" noGrp="1"/>
          </p:cNvSpPr>
          <p:nvPr/>
        </p:nvSpPr>
        <p:spPr>
          <a:xfrm xmlns:a="http://schemas.openxmlformats.org/drawingml/2006/main">
            <a:off x="11426179" y="6454131"/>
            <a:ext cx="260424" cy="123111"/>
          </a:xfrm>
          <a:prstGeom xmlns:a="http://schemas.openxmlformats.org/drawingml/2006/main" prst="rect">
            <a:avLst/>
          </a:prstGeom>
        </p:spPr>
        <p:txBody>
          <a:bodyPr xmlns:a="http://schemas.openxmlformats.org/drawingml/2006/main" vert="horz" wrap="square" lIns="0" tIns="0" rIns="0" bIns="0" anchor="t">
            <a:spAutoFit/>
          </a:bodyPr>
          <a:lstStyle xmlns:a="http://schemas.openxmlformats.org/drawingml/2006/main">
            <a:lvl1pPr algn="r">
              <a:buNone/>
              <a:defRPr sz="1400">
                <a:solidFill>
                  <a:srgbClr val="FF0000"/>
                </a:solidFill>
                <a:latin typeface="+mn-lt"/>
                <a:ea typeface="+mn-lt"/>
                <a:cs typeface="+mn-lt"/>
              </a:defRPr>
            </a:lvl1pPr>
          </a:lstStyle>
          <a:p xmlns:a="http://schemas.openxmlformats.org/drawingml/2006/main">
            <a:pPr marL="0" marR="0" lvl="0" indent="0" algn="r" defTabSz="914309">
              <a:lnSpc>
                <a:spcPct val="100000"/>
              </a:lnSpc>
              <a:spcBef>
                <a:spcPct val="0"/>
              </a:spcBef>
              <a:spcAft>
                <a:spcPct val="0"/>
              </a:spcAft>
              <a:buClrTx/>
              <a:buSzTx/>
              <a:buFontTx/>
              <a:buNone/>
            </a:pPr>
            <a:fld id="{FB8A8675-40C0-40D2-8FCE-EA4A25F48F18}" type="slidenum">
              <a:rPr sz="800" b="0" i="0" u="none" strike="noStrike" cap="none" spc="0" baseline="0">
                <a:ln>
                  <a:noFill/>
                </a:ln>
                <a:solidFill>
                  <a:schemeClr val="tx2"/>
                </a:solidFill>
                <a:latin typeface="+mn-lt"/>
                <a:ea typeface="+mn-lt"/>
                <a:cs typeface="+mn-lt"/>
              </a:rPr>
              <a:t>‹#›</a:t>
            </a:fld>
            <a:endParaRPr sz="800" b="0" i="0" u="none" strike="noStrike" kern="1200" cap="none" spc="0" baseline="0">
              <a:ln>
                <a:noFill/>
              </a:ln>
              <a:solidFill>
                <a:schemeClr val="tx2"/>
              </a:solidFill>
              <a:latin typeface="+mn-lt"/>
              <a:ea typeface="+mn-lt"/>
              <a:cs typeface="+mn-lt"/>
            </a:endParaRPr>
          </a:p>
        </p:txBody>
      </p:sp>
      <p:sp>
        <p:nvSpPr>
          <p:cNvPr id="40" name="Title 3">
            <a:extLst xmlns:a="http://schemas.openxmlformats.org/drawingml/2006/main">
              <a:ext uri="{FF2B5EF4-FFF2-40B4-BE49-F238E27FC236}">
                <a16:creationId xmlns:a16="http://schemas.microsoft.com/office/drawing/2014/main" id="{5AF3534B-A4B2-BD34-5235-AAC58700E200}"/>
              </a:ext>
            </a:extLst>
          </p:cNvPr>
          <p:cNvSpPr>
            <a:spLocks xmlns:a="http://schemas.openxmlformats.org/drawingml/2006/main" noGrp="1"/>
          </p:cNvSpPr>
          <p:nvPr>
            <p:ph type="title" idx="0"/>
          </p:nvPr>
        </p:nvSpPr>
        <p:spPr>
          <a:xfrm xmlns:a="http://schemas.openxmlformats.org/drawingml/2006/main">
            <a:off x="2355273" y="282346"/>
            <a:ext cx="8541660" cy="378402"/>
          </a:xfrm>
        </p:spPr>
        <p:txBody>
          <a:bodyPr xmlns:a="http://schemas.openxmlformats.org/drawingml/2006/main" anchor="ctr"/>
          <a:lstStyle xmlns:a="http://schemas.openxmlformats.org/drawingml/2006/main">
            <a:lvl1pPr algn="l">
              <a:buNone/>
              <a:defRPr sz="2400"/>
            </a:lvl1pPr>
          </a:lstStyle>
          <a:p xmlns:a="http://schemas.openxmlformats.org/drawingml/2006/main">
            <a:r>
              <a:t>Click to edit Master title style</a:t>
            </a:r>
            <a:endParaRPr/>
          </a:p>
        </p:txBody>
      </p:sp>
      <p:pic>
        <p:nvPicPr>
          <p:cNvPr id="33" name="Picture 32">
            <a:extLst xmlns:a="http://schemas.openxmlformats.org/drawingml/2006/main">
              <a:ext uri="{FF2B5EF4-FFF2-40B4-BE49-F238E27FC236}">
                <a16:creationId xmlns:a16="http://schemas.microsoft.com/office/drawing/2014/main" id="{7152DB2B-B5AB-41CF-BC00-10A549FE17DF}"/>
              </a:ext>
            </a:extLst>
          </p:cNvPr>
          <p:cNvPicPr>
            <a:picLocks xmlns:a="http://schemas.openxmlformats.org/drawingml/2006/main" noChangeAspect="1"/>
          </p:cNvPicPr>
          <p:nvPr/>
        </p:nvPicPr>
        <p:blipFill>
          <a:blip xmlns:r="http://schemas.openxmlformats.org/officeDocument/2006/relationships" xmlns:a="http://schemas.openxmlformats.org/drawingml/2006/main" r:embed="R00e3fe5a90244a66"/>
          <a:stretch xmlns:a="http://schemas.openxmlformats.org/drawingml/2006/main">
            <a:fillRect l="0" t="0" r="0" b="0"/>
          </a:stretch>
        </p:blipFill>
        <p:spPr>
          <a:xfrm xmlns:a="http://schemas.openxmlformats.org/drawingml/2006/main" rot="18907040" flipH="0" flipV="0">
            <a:off x="-246480" y="2577939"/>
            <a:ext cx="2419119" cy="2396546"/>
          </a:xfrm>
          <a:prstGeom xmlns:a="http://schemas.openxmlformats.org/drawingml/2006/main" prst="rect">
            <a:avLst/>
          </a:prstGeom>
        </p:spPr>
      </p:pic>
      <p:sp>
        <p:nvSpPr>
          <p:cNvPr id="65" name="Rectangle 64">
            <a:extLst xmlns:a="http://schemas.openxmlformats.org/drawingml/2006/main">
              <a:ext uri="{FF2B5EF4-FFF2-40B4-BE49-F238E27FC236}">
                <a16:creationId xmlns:a16="http://schemas.microsoft.com/office/drawing/2014/main" id="{0C68CD2F-6AD1-BF3A-F92F-01C8B6EC7A0A}"/>
              </a:ext>
            </a:extLst>
          </p:cNvPr>
          <p:cNvSpPr>
            <a:spLocks xmlns:a="http://schemas.openxmlformats.org/drawingml/2006/main" noGrp="1"/>
          </p:cNvSpPr>
          <p:nvPr/>
        </p:nvSpPr>
        <p:spPr>
          <a:xfrm xmlns:a="http://schemas.openxmlformats.org/drawingml/2006/main" rot="0" flipH="0" flipV="0">
            <a:off x="458539" y="3222169"/>
            <a:ext cx="315295" cy="130699"/>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6" name="Rectangle 65">
            <a:extLst xmlns:a="http://schemas.openxmlformats.org/drawingml/2006/main">
              <a:ext uri="{FF2B5EF4-FFF2-40B4-BE49-F238E27FC236}">
                <a16:creationId xmlns:a16="http://schemas.microsoft.com/office/drawing/2014/main" id="{7677DA45-008F-3A56-E2FC-E3506E64791F}"/>
              </a:ext>
            </a:extLst>
          </p:cNvPr>
          <p:cNvSpPr>
            <a:spLocks xmlns:a="http://schemas.openxmlformats.org/drawingml/2006/main" noGrp="1"/>
          </p:cNvSpPr>
          <p:nvPr/>
        </p:nvSpPr>
        <p:spPr>
          <a:xfrm xmlns:a="http://schemas.openxmlformats.org/drawingml/2006/main" rot="0" flipH="0" flipV="0">
            <a:off x="458538" y="3436712"/>
            <a:ext cx="931555" cy="147055"/>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7" name="Rectangle 66">
            <a:extLst xmlns:a="http://schemas.openxmlformats.org/drawingml/2006/main">
              <a:ext uri="{FF2B5EF4-FFF2-40B4-BE49-F238E27FC236}">
                <a16:creationId xmlns:a16="http://schemas.microsoft.com/office/drawing/2014/main" id="{1217C7DE-6BF3-083A-CF1A-52B33BEF51ED}"/>
              </a:ext>
            </a:extLst>
          </p:cNvPr>
          <p:cNvSpPr>
            <a:spLocks xmlns:a="http://schemas.openxmlformats.org/drawingml/2006/main" noGrp="1"/>
          </p:cNvSpPr>
          <p:nvPr/>
        </p:nvSpPr>
        <p:spPr>
          <a:xfrm xmlns:a="http://schemas.openxmlformats.org/drawingml/2006/main" rot="0" flipH="0" flipV="0">
            <a:off x="458538" y="3667611"/>
            <a:ext cx="931555" cy="147055"/>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8" name="Rectangle 67">
            <a:extLst xmlns:a="http://schemas.openxmlformats.org/drawingml/2006/main">
              <a:ext uri="{FF2B5EF4-FFF2-40B4-BE49-F238E27FC236}">
                <a16:creationId xmlns:a16="http://schemas.microsoft.com/office/drawing/2014/main" id="{7F424BBB-A41B-9F98-A3AE-C6AF585951AC}"/>
              </a:ext>
            </a:extLst>
          </p:cNvPr>
          <p:cNvSpPr>
            <a:spLocks xmlns:a="http://schemas.openxmlformats.org/drawingml/2006/main" noGrp="1"/>
          </p:cNvSpPr>
          <p:nvPr/>
        </p:nvSpPr>
        <p:spPr>
          <a:xfrm xmlns:a="http://schemas.openxmlformats.org/drawingml/2006/main" rot="0" flipH="0" flipV="0">
            <a:off x="458538" y="3897548"/>
            <a:ext cx="979327" cy="147055"/>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9" name="Rectangle 68">
            <a:extLst xmlns:a="http://schemas.openxmlformats.org/drawingml/2006/main">
              <a:ext uri="{FF2B5EF4-FFF2-40B4-BE49-F238E27FC236}">
                <a16:creationId xmlns:a16="http://schemas.microsoft.com/office/drawing/2014/main" id="{5127310C-93BC-250E-9582-525A839E90E7}"/>
              </a:ext>
            </a:extLst>
          </p:cNvPr>
          <p:cNvSpPr>
            <a:spLocks xmlns:a="http://schemas.openxmlformats.org/drawingml/2006/main" noGrp="1"/>
          </p:cNvSpPr>
          <p:nvPr/>
        </p:nvSpPr>
        <p:spPr>
          <a:xfrm xmlns:a="http://schemas.openxmlformats.org/drawingml/2006/main" rot="0" flipH="0" flipV="0">
            <a:off x="458538" y="4127485"/>
            <a:ext cx="995251" cy="230898"/>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1" name="Rectangle 60">
            <a:extLst xmlns:a="http://schemas.openxmlformats.org/drawingml/2006/main">
              <a:ext uri="{FF2B5EF4-FFF2-40B4-BE49-F238E27FC236}">
                <a16:creationId xmlns:a16="http://schemas.microsoft.com/office/drawing/2014/main" id="{AA6D9E35-484A-F739-278B-CF415A0705FE}"/>
              </a:ext>
            </a:extLst>
          </p:cNvPr>
          <p:cNvSpPr>
            <a:spLocks xmlns:a="http://schemas.openxmlformats.org/drawingml/2006/main" noGrp="1"/>
          </p:cNvSpPr>
          <p:nvPr/>
        </p:nvSpPr>
        <p:spPr>
          <a:xfrm xmlns:a="http://schemas.openxmlformats.org/drawingml/2006/main" rot="0" flipH="0" flipV="0">
            <a:off x="353699" y="3317853"/>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3" name="Oval 62">
            <a:extLst xmlns:a="http://schemas.openxmlformats.org/drawingml/2006/main">
              <a:ext uri="{FF2B5EF4-FFF2-40B4-BE49-F238E27FC236}">
                <a16:creationId xmlns:a16="http://schemas.microsoft.com/office/drawing/2014/main" id="{03EE6713-60C9-C57C-BC0B-362541290474}"/>
              </a:ext>
            </a:extLst>
          </p:cNvPr>
          <p:cNvSpPr>
            <a:spLocks xmlns:a="http://schemas.openxmlformats.org/drawingml/2006/main" noGrp="1"/>
          </p:cNvSpPr>
          <p:nvPr/>
        </p:nvSpPr>
        <p:spPr>
          <a:xfrm xmlns:a="http://schemas.openxmlformats.org/drawingml/2006/main" rot="0" flipH="0" flipV="0">
            <a:off x="362726" y="3327900"/>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64" name="Graphic 63">
            <a:extLst xmlns:a="http://schemas.openxmlformats.org/drawingml/2006/main">
              <a:ext uri="{FF2B5EF4-FFF2-40B4-BE49-F238E27FC236}">
                <a16:creationId xmlns:a16="http://schemas.microsoft.com/office/drawing/2014/main" id="{9C68DF5C-F4DA-4DD1-99AB-461FEA233324}"/>
              </a:ext>
            </a:extLst>
          </p:cNvPr>
          <p:cNvPicPr>
            <a:picLocks xmlns:a="http://schemas.openxmlformats.org/drawingml/2006/main" noChangeAspect="1"/>
          </p:cNvPicPr>
          <p:nvPr/>
        </p:nvPicPr>
        <p:blipFill>
          <a:blip xmlns:r="http://schemas.openxmlformats.org/officeDocument/2006/relationships" xmlns:a="http://schemas.openxmlformats.org/drawingml/2006/main" r:embed="R23c3f59231d6475f">
            <a:extLst>
              <a:ext uri="{96DAC541-7B7A-43D3-8B79-37D633B846F1}">
                <asvg:svgBlip xmlns:asvg="http://schemas.microsoft.com/office/drawing/2016/SVG/main" r:embed="Rc09ae99151d0431f"/>
              </a:ext>
            </a:extLst>
          </a:blip>
          <a:srcRect xmlns:a="http://schemas.openxmlformats.org/drawingml/2006/main" l="25604" t="26041" r="27357" b="26042"/>
          <a:stretch xmlns:a="http://schemas.openxmlformats.org/drawingml/2006/main"/>
        </p:blipFill>
        <p:spPr>
          <a:xfrm xmlns:a="http://schemas.openxmlformats.org/drawingml/2006/main" rot="0" flipH="0" flipV="0">
            <a:off x="372746" y="3336927"/>
            <a:ext cx="106348" cy="108333"/>
          </a:xfrm>
          <a:prstGeom xmlns:a="http://schemas.openxmlformats.org/drawingml/2006/main" prst="flowChartConnector">
            <a:avLst/>
          </a:prstGeom>
        </p:spPr>
      </p:pic>
      <p:sp>
        <p:nvSpPr>
          <p:cNvPr id="57" name="Rectangle 56">
            <a:extLst xmlns:a="http://schemas.openxmlformats.org/drawingml/2006/main">
              <a:ext uri="{FF2B5EF4-FFF2-40B4-BE49-F238E27FC236}">
                <a16:creationId xmlns:a16="http://schemas.microsoft.com/office/drawing/2014/main" id="{66107567-9886-F905-50C0-C1EE2C5D732C}"/>
              </a:ext>
            </a:extLst>
          </p:cNvPr>
          <p:cNvSpPr>
            <a:spLocks xmlns:a="http://schemas.openxmlformats.org/drawingml/2006/main" noGrp="1"/>
          </p:cNvSpPr>
          <p:nvPr/>
        </p:nvSpPr>
        <p:spPr>
          <a:xfrm xmlns:a="http://schemas.openxmlformats.org/drawingml/2006/main" rot="0" flipH="0" flipV="0">
            <a:off x="353755" y="3548121"/>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59" name="Oval 58">
            <a:extLst xmlns:a="http://schemas.openxmlformats.org/drawingml/2006/main">
              <a:ext uri="{FF2B5EF4-FFF2-40B4-BE49-F238E27FC236}">
                <a16:creationId xmlns:a16="http://schemas.microsoft.com/office/drawing/2014/main" id="{7A546C33-C2D2-7EE8-AEFF-228C09604ABE}"/>
              </a:ext>
            </a:extLst>
          </p:cNvPr>
          <p:cNvSpPr>
            <a:spLocks xmlns:a="http://schemas.openxmlformats.org/drawingml/2006/main" noGrp="1"/>
          </p:cNvSpPr>
          <p:nvPr/>
        </p:nvSpPr>
        <p:spPr>
          <a:xfrm xmlns:a="http://schemas.openxmlformats.org/drawingml/2006/main" rot="0" flipH="0" flipV="0">
            <a:off x="362782" y="3558168"/>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60" name="Graphic 59">
            <a:extLst xmlns:a="http://schemas.openxmlformats.org/drawingml/2006/main">
              <a:ext uri="{FF2B5EF4-FFF2-40B4-BE49-F238E27FC236}">
                <a16:creationId xmlns:a16="http://schemas.microsoft.com/office/drawing/2014/main" id="{A87D23BD-D14F-400F-BE33-A64416E5A6BD}"/>
              </a:ext>
            </a:extLst>
          </p:cNvPr>
          <p:cNvPicPr>
            <a:picLocks xmlns:a="http://schemas.openxmlformats.org/drawingml/2006/main" noChangeAspect="1"/>
          </p:cNvPicPr>
          <p:nvPr/>
        </p:nvPicPr>
        <p:blipFill>
          <a:blip xmlns:r="http://schemas.openxmlformats.org/officeDocument/2006/relationships" xmlns:a="http://schemas.openxmlformats.org/drawingml/2006/main" r:embed="R23c3f59231d6475f">
            <a:extLst>
              <a:ext uri="{96DAC541-7B7A-43D3-8B79-37D633B846F1}">
                <asvg:svgBlip xmlns:asvg="http://schemas.microsoft.com/office/drawing/2016/SVG/main" r:embed="Rc09ae99151d0431f"/>
              </a:ext>
            </a:extLst>
          </a:blip>
          <a:srcRect xmlns:a="http://schemas.openxmlformats.org/drawingml/2006/main" l="25604" t="26041" r="27357" b="26042"/>
          <a:stretch xmlns:a="http://schemas.openxmlformats.org/drawingml/2006/main"/>
        </p:blipFill>
        <p:spPr>
          <a:xfrm xmlns:a="http://schemas.openxmlformats.org/drawingml/2006/main" rot="0" flipH="0" flipV="0">
            <a:off x="372802" y="3567195"/>
            <a:ext cx="106348" cy="108333"/>
          </a:xfrm>
          <a:prstGeom xmlns:a="http://schemas.openxmlformats.org/drawingml/2006/main" prst="flowChartConnector">
            <a:avLst/>
          </a:prstGeom>
        </p:spPr>
      </p:pic>
      <p:sp>
        <p:nvSpPr>
          <p:cNvPr id="53" name="Rectangle 52">
            <a:extLst xmlns:a="http://schemas.openxmlformats.org/drawingml/2006/main">
              <a:ext uri="{FF2B5EF4-FFF2-40B4-BE49-F238E27FC236}">
                <a16:creationId xmlns:a16="http://schemas.microsoft.com/office/drawing/2014/main" id="{532988A1-EAF5-FAE8-D750-2A2C41801FE9}"/>
              </a:ext>
            </a:extLst>
          </p:cNvPr>
          <p:cNvSpPr>
            <a:spLocks xmlns:a="http://schemas.openxmlformats.org/drawingml/2006/main" noGrp="1"/>
          </p:cNvSpPr>
          <p:nvPr/>
        </p:nvSpPr>
        <p:spPr>
          <a:xfrm xmlns:a="http://schemas.openxmlformats.org/drawingml/2006/main" rot="0" flipH="0" flipV="0">
            <a:off x="353699" y="3780033"/>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55" name="Oval 54">
            <a:extLst xmlns:a="http://schemas.openxmlformats.org/drawingml/2006/main">
              <a:ext uri="{FF2B5EF4-FFF2-40B4-BE49-F238E27FC236}">
                <a16:creationId xmlns:a16="http://schemas.microsoft.com/office/drawing/2014/main" id="{610829B5-3E62-3BDC-21CC-F0221A691AAC}"/>
              </a:ext>
            </a:extLst>
          </p:cNvPr>
          <p:cNvSpPr>
            <a:spLocks xmlns:a="http://schemas.openxmlformats.org/drawingml/2006/main" noGrp="1"/>
          </p:cNvSpPr>
          <p:nvPr/>
        </p:nvSpPr>
        <p:spPr>
          <a:xfrm xmlns:a="http://schemas.openxmlformats.org/drawingml/2006/main" rot="0" flipH="0" flipV="0">
            <a:off x="362726" y="3790080"/>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56" name="Graphic 55">
            <a:extLst xmlns:a="http://schemas.openxmlformats.org/drawingml/2006/main">
              <a:ext uri="{FF2B5EF4-FFF2-40B4-BE49-F238E27FC236}">
                <a16:creationId xmlns:a16="http://schemas.microsoft.com/office/drawing/2014/main" id="{3964830B-64F1-4E70-B6D2-1C6EB8B37157}"/>
              </a:ext>
            </a:extLst>
          </p:cNvPr>
          <p:cNvPicPr>
            <a:picLocks xmlns:a="http://schemas.openxmlformats.org/drawingml/2006/main" noChangeAspect="1"/>
          </p:cNvPicPr>
          <p:nvPr/>
        </p:nvPicPr>
        <p:blipFill>
          <a:blip xmlns:r="http://schemas.openxmlformats.org/officeDocument/2006/relationships" xmlns:a="http://schemas.openxmlformats.org/drawingml/2006/main" r:embed="R23c3f59231d6475f">
            <a:extLst>
              <a:ext uri="{96DAC541-7B7A-43D3-8B79-37D633B846F1}">
                <asvg:svgBlip xmlns:asvg="http://schemas.microsoft.com/office/drawing/2016/SVG/main" r:embed="Rc09ae99151d0431f"/>
              </a:ext>
            </a:extLst>
          </a:blip>
          <a:srcRect xmlns:a="http://schemas.openxmlformats.org/drawingml/2006/main" l="25604" t="26041" r="27357" b="26042"/>
          <a:stretch xmlns:a="http://schemas.openxmlformats.org/drawingml/2006/main"/>
        </p:blipFill>
        <p:spPr>
          <a:xfrm xmlns:a="http://schemas.openxmlformats.org/drawingml/2006/main" rot="0" flipH="0" flipV="0">
            <a:off x="372746" y="3799107"/>
            <a:ext cx="106348" cy="108333"/>
          </a:xfrm>
          <a:prstGeom xmlns:a="http://schemas.openxmlformats.org/drawingml/2006/main" prst="flowChartConnector">
            <a:avLst/>
          </a:prstGeom>
        </p:spPr>
      </p:pic>
      <p:sp>
        <p:nvSpPr>
          <p:cNvPr id="49" name="Rectangle 48">
            <a:extLst xmlns:a="http://schemas.openxmlformats.org/drawingml/2006/main">
              <a:ext uri="{FF2B5EF4-FFF2-40B4-BE49-F238E27FC236}">
                <a16:creationId xmlns:a16="http://schemas.microsoft.com/office/drawing/2014/main" id="{B53053E3-D54B-5CDF-AD6F-C17BBB37278F}"/>
              </a:ext>
            </a:extLst>
          </p:cNvPr>
          <p:cNvSpPr>
            <a:spLocks xmlns:a="http://schemas.openxmlformats.org/drawingml/2006/main" noGrp="1"/>
          </p:cNvSpPr>
          <p:nvPr/>
        </p:nvSpPr>
        <p:spPr>
          <a:xfrm xmlns:a="http://schemas.openxmlformats.org/drawingml/2006/main" rot="0" flipH="0" flipV="0">
            <a:off x="355367" y="4013821"/>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51" name="Oval 50">
            <a:extLst xmlns:a="http://schemas.openxmlformats.org/drawingml/2006/main">
              <a:ext uri="{FF2B5EF4-FFF2-40B4-BE49-F238E27FC236}">
                <a16:creationId xmlns:a16="http://schemas.microsoft.com/office/drawing/2014/main" id="{072F1D4C-F173-C90D-A410-58F73E8B0052}"/>
              </a:ext>
            </a:extLst>
          </p:cNvPr>
          <p:cNvSpPr>
            <a:spLocks xmlns:a="http://schemas.openxmlformats.org/drawingml/2006/main" noGrp="1"/>
          </p:cNvSpPr>
          <p:nvPr/>
        </p:nvSpPr>
        <p:spPr>
          <a:xfrm xmlns:a="http://schemas.openxmlformats.org/drawingml/2006/main" rot="0" flipH="0" flipV="0">
            <a:off x="364394" y="4023868"/>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52" name="Graphic 51">
            <a:extLst xmlns:a="http://schemas.openxmlformats.org/drawingml/2006/main">
              <a:ext uri="{FF2B5EF4-FFF2-40B4-BE49-F238E27FC236}">
                <a16:creationId xmlns:a16="http://schemas.microsoft.com/office/drawing/2014/main" id="{77CE7EB1-0D02-41D3-8F42-3570DA7F98E7}"/>
              </a:ext>
            </a:extLst>
          </p:cNvPr>
          <p:cNvPicPr>
            <a:picLocks xmlns:a="http://schemas.openxmlformats.org/drawingml/2006/main" noChangeAspect="1"/>
          </p:cNvPicPr>
          <p:nvPr/>
        </p:nvPicPr>
        <p:blipFill>
          <a:blip xmlns:r="http://schemas.openxmlformats.org/officeDocument/2006/relationships" xmlns:a="http://schemas.openxmlformats.org/drawingml/2006/main" r:embed="R23c3f59231d6475f">
            <a:extLst>
              <a:ext uri="{96DAC541-7B7A-43D3-8B79-37D633B846F1}">
                <asvg:svgBlip xmlns:asvg="http://schemas.microsoft.com/office/drawing/2016/SVG/main" r:embed="Rc09ae99151d0431f"/>
              </a:ext>
            </a:extLst>
          </a:blip>
          <a:srcRect xmlns:a="http://schemas.openxmlformats.org/drawingml/2006/main" l="25604" t="26041" r="27357" b="26042"/>
          <a:stretch xmlns:a="http://schemas.openxmlformats.org/drawingml/2006/main"/>
        </p:blipFill>
        <p:spPr>
          <a:xfrm xmlns:a="http://schemas.openxmlformats.org/drawingml/2006/main" rot="0" flipH="0" flipV="0">
            <a:off x="374414" y="4032895"/>
            <a:ext cx="106348" cy="108333"/>
          </a:xfrm>
          <a:prstGeom xmlns:a="http://schemas.openxmlformats.org/drawingml/2006/main" prst="flowChartConnector">
            <a:avLst/>
          </a:prstGeom>
        </p:spPr>
      </p:pic>
      <p:pic>
        <p:nvPicPr>
          <p:cNvPr id="43" name="Picture 42">
            <a:extLst xmlns:a="http://schemas.openxmlformats.org/drawingml/2006/main">
              <a:ext uri="{FF2B5EF4-FFF2-40B4-BE49-F238E27FC236}">
                <a16:creationId xmlns:a16="http://schemas.microsoft.com/office/drawing/2014/main" id="{A7A6B44A-980E-4ED1-88E3-1461BDCB814A}"/>
              </a:ext>
            </a:extLst>
          </p:cNvPr>
          <p:cNvPicPr>
            <a:picLocks xmlns:a="http://schemas.openxmlformats.org/drawingml/2006/main" noChangeAspect="1"/>
          </p:cNvPicPr>
          <p:nvPr/>
        </p:nvPicPr>
        <p:blipFill>
          <a:blip xmlns:r="http://schemas.openxmlformats.org/officeDocument/2006/relationships" xmlns:a="http://schemas.openxmlformats.org/drawingml/2006/main" r:embed="R2ce54bd7e4494f67"/>
          <a:stretch xmlns:a="http://schemas.openxmlformats.org/drawingml/2006/main">
            <a:fillRect l="0" t="0" r="0" b="0"/>
          </a:stretch>
        </p:blipFill>
        <p:spPr>
          <a:xfrm xmlns:a="http://schemas.openxmlformats.org/drawingml/2006/main" rot="18871541" flipH="0" flipV="0">
            <a:off x="1375411" y="3759890"/>
            <a:ext cx="841934" cy="845832"/>
          </a:xfrm>
          <a:prstGeom xmlns:a="http://schemas.openxmlformats.org/drawingml/2006/main" prst="rect">
            <a:avLst/>
          </a:prstGeom>
        </p:spPr>
      </p:pic>
      <p:sp>
        <p:nvSpPr>
          <p:cNvPr id="9" name="Freeform: Shape 8">
            <a:extLst xmlns:a="http://schemas.openxmlformats.org/drawingml/2006/main">
              <a:ext uri="{FF2B5EF4-FFF2-40B4-BE49-F238E27FC236}">
                <a16:creationId xmlns:a16="http://schemas.microsoft.com/office/drawing/2014/main" id="{C69094ED-7AAC-D8DA-0209-D5D8A55F4A99}"/>
              </a:ext>
            </a:extLst>
          </p:cNvPr>
          <p:cNvSpPr>
            <a:spLocks xmlns:a="http://schemas.openxmlformats.org/drawingml/2006/main" noGrp="1"/>
          </p:cNvSpPr>
          <p:nvPr/>
        </p:nvSpPr>
        <p:spPr>
          <a:xfrm xmlns:a="http://schemas.openxmlformats.org/drawingml/2006/main">
            <a:off x="11025802" y="0"/>
            <a:ext cx="1169373" cy="6859588"/>
          </a:xfrm>
          <a:custGeom xmlns:a="http://schemas.openxmlformats.org/drawingml/2006/main">
            <a:gdLst>
              <a:gd name="csX0" fmla="*/ 402166 w 1169373"/>
              <a:gd name="csY0" fmla="*/ 0 h 6859588"/>
              <a:gd name="csX1" fmla="*/ 500808 w 1169373"/>
              <a:gd name="csY1" fmla="*/ 0 h 6859588"/>
              <a:gd name="csX2" fmla="*/ 1003196 w 1169373"/>
              <a:gd name="csY2" fmla="*/ 0 h 6859588"/>
              <a:gd name="csX3" fmla="*/ 1169373 w 1169373"/>
              <a:gd name="csY3" fmla="*/ 0 h 6859588"/>
              <a:gd name="csX4" fmla="*/ 1169373 w 1169373"/>
              <a:gd name="csY4" fmla="*/ 6859588 h 6859588"/>
              <a:gd name="csX5" fmla="*/ 1003196 w 1169373"/>
              <a:gd name="csY5" fmla="*/ 6859588 h 6859588"/>
              <a:gd name="csX6" fmla="*/ 500808 w 1169373"/>
              <a:gd name="csY6" fmla="*/ 6859588 h 6859588"/>
              <a:gd name="csX7" fmla="*/ 0 w 1169373"/>
              <a:gd name="csY7" fmla="*/ 6859588 h 6859588"/>
              <a:gd name="csX8" fmla="*/ 297509 w 1169373"/>
              <a:gd name="csY8" fmla="*/ 6547210 h 6859588"/>
              <a:gd name="csX9" fmla="*/ 399788 w 1169373"/>
              <a:gd name="csY9" fmla="*/ 6344898 h 6859588"/>
              <a:gd name="csX10" fmla="*/ 402166 w 1169373"/>
              <a:gd name="csY10" fmla="*/ 0 h 6859588"/>
            </a:gdLst>
            <a:rect l="l" t="t" r="r" b="b"/>
            <a:pathLst>
              <a:path w="1169373" h="6859588">
                <a:moveTo>
                  <a:pt x="402166" y="0"/>
                </a:moveTo>
                <a:lnTo>
                  <a:pt x="500808" y="0"/>
                </a:lnTo>
                <a:lnTo>
                  <a:pt x="1003196" y="0"/>
                </a:lnTo>
                <a:lnTo>
                  <a:pt x="1169373" y="0"/>
                </a:lnTo>
                <a:lnTo>
                  <a:pt x="1169373" y="6859588"/>
                </a:lnTo>
                <a:lnTo>
                  <a:pt x="1003196" y="6859588"/>
                </a:lnTo>
                <a:lnTo>
                  <a:pt x="500808" y="6859588"/>
                </a:lnTo>
                <a:lnTo>
                  <a:pt x="0" y="6859588"/>
                </a:lnTo>
                <a:lnTo>
                  <a:pt x="297509" y="6547210"/>
                </a:lnTo>
                <a:cubicBezTo>
                  <a:pt x="361807" y="6480608"/>
                  <a:pt x="399729" y="6394128"/>
                  <a:pt x="399788" y="6344898"/>
                </a:cubicBezTo>
                <a:cubicBezTo>
                  <a:pt x="398083" y="6046753"/>
                  <a:pt x="403871" y="298145"/>
                  <a:pt x="402166" y="0"/>
                </a:cubicBezTo>
                <a:close/>
              </a:path>
            </a:pathLst>
          </a:custGeom>
          <a:solidFill xmlns:a="http://schemas.openxmlformats.org/drawingml/2006/main">
            <a:schemeClr val="accent6"/>
          </a:solidFill>
          <a:ln xmlns:a="http://schemas.openxmlformats.org/drawingml/2006/main">
            <a:solidFill>
              <a:schemeClr val="accent6"/>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p>
        </p:txBody>
      </p:sp>
      <p:pic>
        <p:nvPicPr>
          <p:cNvPr id="11" name="Picture 10">
            <a:extLst xmlns:a="http://schemas.openxmlformats.org/drawingml/2006/main">
              <a:ext uri="{FF2B5EF4-FFF2-40B4-BE49-F238E27FC236}">
                <a16:creationId xmlns:a16="http://schemas.microsoft.com/office/drawing/2014/main" id="{A94A8320-742C-4F9D-B9AF-02EBE487A9E8}"/>
              </a:ext>
            </a:extLst>
          </p:cNvPr>
          <p:cNvPicPr>
            <a:picLocks xmlns:a="http://schemas.openxmlformats.org/drawingml/2006/main" noChangeAspect="1"/>
          </p:cNvPicPr>
          <p:nvPr/>
        </p:nvPicPr>
        <p:blipFill>
          <a:blip xmlns:r="http://schemas.openxmlformats.org/officeDocument/2006/relationships" xmlns:a="http://schemas.openxmlformats.org/drawingml/2006/main" r:embed="R45b63df311d741f3"/>
          <a:srcRect xmlns:a="http://schemas.openxmlformats.org/drawingml/2006/main" l="6604" t="0" r="3435" b="0"/>
          <a:stretch xmlns:a="http://schemas.openxmlformats.org/drawingml/2006/main"/>
        </p:blipFill>
        <p:spPr>
          <a:xfrm xmlns:a="http://schemas.openxmlformats.org/drawingml/2006/main">
            <a:off x="10936942" y="5902252"/>
            <a:ext cx="1122600" cy="786542"/>
          </a:xfrm>
          <a:prstGeom xmlns:a="http://schemas.openxmlformats.org/drawingml/2006/main" prst="roundRect">
            <a:avLst>
              <a:gd name="adj" fmla="val 9137"/>
            </a:avLst>
          </a:prstGeom>
        </p:spPr>
      </p:pic>
    </p:spTree>
  </p:cSld>
</p:sldLayout>
</file>

<file path=ppt/slideLayouts/slideLayout16.xml><?xml version="1.0" encoding="utf-8"?>
<p:sldLayout xmlns:p="http://schemas.openxmlformats.org/presentationml/2006/main" showMasterSp="0" preserve="1" userDrawn="1">
  <p:cSld name="Task slide">
    <p:bg>
      <p:bgPr>
        <a:solidFill xmlns:a="http://schemas.openxmlformats.org/drawingml/2006/main">
          <a:schemeClr val="bg1"/>
        </a:solidFill>
      </p:bgPr>
    </p:bg>
    <p:spTree>
      <p:nvGrpSpPr>
        <p:cNvPr id="1" name=""/>
        <p:cNvGrpSpPr/>
        <p:nvPr/>
      </p:nvGrpSpPr>
      <p:grpSpPr>
        <a:xfrm xmlns:a="http://schemas.openxmlformats.org/drawingml/2006/main"/>
      </p:grpSpPr>
      <p:sp>
        <p:nvSpPr>
          <p:cNvPr id="3" name="Freeform 2">
            <a:extLst xmlns:a="http://schemas.openxmlformats.org/drawingml/2006/main">
              <a:ext uri="{FF2B5EF4-FFF2-40B4-BE49-F238E27FC236}">
                <a16:creationId xmlns:a16="http://schemas.microsoft.com/office/drawing/2014/main" id="{C85DACF0-9329-EE51-C4B2-D56E9D65618C}"/>
              </a:ext>
            </a:extLst>
          </p:cNvPr>
          <p:cNvSpPr>
            <a:spLocks xmlns:a="http://schemas.openxmlformats.org/drawingml/2006/main" noGrp="1"/>
          </p:cNvSpPr>
          <p:nvPr/>
        </p:nvSpPr>
        <p:spPr>
          <a:xfrm xmlns:a="http://schemas.openxmlformats.org/drawingml/2006/main" rot="16200000">
            <a:off x="3126242" y="-2216725"/>
            <a:ext cx="5954726" cy="12207206"/>
          </a:xfrm>
          <a:custGeom xmlns:a="http://schemas.openxmlformats.org/drawingml/2006/main">
            <a:gdLst>
              <a:gd name="connsiteX0" fmla="*/ 0 w 1134016"/>
              <a:gd name="connsiteY0" fmla="*/ 1408203 h 1410865"/>
              <a:gd name="connsiteX1" fmla="*/ 716080 w 1134016"/>
              <a:gd name="connsiteY1" fmla="*/ 1410865 h 1410865"/>
              <a:gd name="connsiteX2" fmla="*/ 1027535 w 1134016"/>
              <a:gd name="connsiteY2" fmla="*/ 1096747 h 1410865"/>
              <a:gd name="connsiteX3" fmla="*/ 1134016 w 1134016"/>
              <a:gd name="connsiteY3" fmla="*/ 894435 h 1410865"/>
              <a:gd name="connsiteX4" fmla="*/ 1128692 w 1134016"/>
              <a:gd name="connsiteY4" fmla="*/ 0 h 1410865"/>
              <a:gd name="connsiteX5" fmla="*/ 39930 w 1134016"/>
              <a:gd name="connsiteY5" fmla="*/ 0 h 1410865"/>
              <a:gd name="connsiteX6" fmla="*/ 0 w 1134016"/>
              <a:gd name="connsiteY6" fmla="*/ 1408203 h 1410865"/>
              <a:gd name="connsiteX0" fmla="*/ 0 w 5993513"/>
              <a:gd name="connsiteY0" fmla="*/ 1409125 h 1410865"/>
              <a:gd name="connsiteX1" fmla="*/ 5575577 w 5993513"/>
              <a:gd name="connsiteY1" fmla="*/ 1410865 h 1410865"/>
              <a:gd name="connsiteX2" fmla="*/ 5887032 w 5993513"/>
              <a:gd name="connsiteY2" fmla="*/ 1096747 h 1410865"/>
              <a:gd name="connsiteX3" fmla="*/ 5993513 w 5993513"/>
              <a:gd name="connsiteY3" fmla="*/ 894435 h 1410865"/>
              <a:gd name="connsiteX4" fmla="*/ 5988189 w 5993513"/>
              <a:gd name="connsiteY4" fmla="*/ 0 h 1410865"/>
              <a:gd name="connsiteX5" fmla="*/ 4899427 w 5993513"/>
              <a:gd name="connsiteY5" fmla="*/ 0 h 1410865"/>
              <a:gd name="connsiteX6" fmla="*/ 0 w 5993513"/>
              <a:gd name="connsiteY6" fmla="*/ 1409125 h 1410865"/>
              <a:gd name="connsiteX0" fmla="*/ 0 w 5993513"/>
              <a:gd name="connsiteY0" fmla="*/ 6859588 h 6861328"/>
              <a:gd name="connsiteX1" fmla="*/ 5575577 w 5993513"/>
              <a:gd name="connsiteY1" fmla="*/ 6861328 h 6861328"/>
              <a:gd name="connsiteX2" fmla="*/ 5887032 w 5993513"/>
              <a:gd name="connsiteY2" fmla="*/ 6547210 h 6861328"/>
              <a:gd name="connsiteX3" fmla="*/ 5993513 w 5993513"/>
              <a:gd name="connsiteY3" fmla="*/ 6344898 h 6861328"/>
              <a:gd name="connsiteX4" fmla="*/ 5988189 w 5993513"/>
              <a:gd name="connsiteY4" fmla="*/ 5450463 h 6861328"/>
              <a:gd name="connsiteX5" fmla="*/ 1 w 5993513"/>
              <a:gd name="connsiteY5" fmla="*/ 0 h 6861328"/>
              <a:gd name="connsiteX6" fmla="*/ 0 w 5993513"/>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3513"/>
              <a:gd name="connsiteY0" fmla="*/ 12219678 h 12221418"/>
              <a:gd name="connsiteX1" fmla="*/ 5575577 w 5993513"/>
              <a:gd name="connsiteY1" fmla="*/ 12221418 h 12221418"/>
              <a:gd name="connsiteX2" fmla="*/ 5887032 w 5993513"/>
              <a:gd name="connsiteY2" fmla="*/ 11907300 h 12221418"/>
              <a:gd name="connsiteX3" fmla="*/ 5993513 w 5993513"/>
              <a:gd name="connsiteY3" fmla="*/ 11704988 h 12221418"/>
              <a:gd name="connsiteX4" fmla="*/ 5987780 w 5993513"/>
              <a:gd name="connsiteY4" fmla="*/ 0 h 12221418"/>
              <a:gd name="connsiteX5" fmla="*/ 1 w 5993513"/>
              <a:gd name="connsiteY5" fmla="*/ 5360090 h 12221418"/>
              <a:gd name="connsiteX6" fmla="*/ 0 w 5993513"/>
              <a:gd name="connsiteY6" fmla="*/ 12219678 h 12221418"/>
              <a:gd name="connsiteX0" fmla="*/ 3542284 w 5993512"/>
              <a:gd name="connsiteY0" fmla="*/ 12215762 h 12221418"/>
              <a:gd name="connsiteX1" fmla="*/ 5575576 w 5993512"/>
              <a:gd name="connsiteY1" fmla="*/ 12221418 h 12221418"/>
              <a:gd name="connsiteX2" fmla="*/ 5887031 w 5993512"/>
              <a:gd name="connsiteY2" fmla="*/ 11907300 h 12221418"/>
              <a:gd name="connsiteX3" fmla="*/ 5993512 w 5993512"/>
              <a:gd name="connsiteY3" fmla="*/ 11704988 h 12221418"/>
              <a:gd name="connsiteX4" fmla="*/ 5987779 w 5993512"/>
              <a:gd name="connsiteY4" fmla="*/ 0 h 12221418"/>
              <a:gd name="connsiteX5" fmla="*/ 0 w 5993512"/>
              <a:gd name="connsiteY5" fmla="*/ 5360090 h 12221418"/>
              <a:gd name="connsiteX6" fmla="*/ 3542284 w 5993512"/>
              <a:gd name="connsiteY6" fmla="*/ 12215762 h 12221418"/>
              <a:gd name="connsiteX0" fmla="*/ 0 w 2451228"/>
              <a:gd name="connsiteY0" fmla="*/ 12215762 h 12221418"/>
              <a:gd name="connsiteX1" fmla="*/ 2033292 w 2451228"/>
              <a:gd name="connsiteY1" fmla="*/ 12221418 h 12221418"/>
              <a:gd name="connsiteX2" fmla="*/ 2344747 w 2451228"/>
              <a:gd name="connsiteY2" fmla="*/ 11907300 h 12221418"/>
              <a:gd name="connsiteX3" fmla="*/ 2451228 w 2451228"/>
              <a:gd name="connsiteY3" fmla="*/ 11704988 h 12221418"/>
              <a:gd name="connsiteX4" fmla="*/ 2445495 w 2451228"/>
              <a:gd name="connsiteY4" fmla="*/ 0 h 12221418"/>
              <a:gd name="connsiteX5" fmla="*/ 0 w 2451228"/>
              <a:gd name="connsiteY5" fmla="*/ 20584 h 12221418"/>
              <a:gd name="connsiteX6" fmla="*/ 0 w 2451228"/>
              <a:gd name="connsiteY6" fmla="*/ 12215762 h 12221418"/>
              <a:gd name="connsiteX0" fmla="*/ 0 w 2451228"/>
              <a:gd name="connsiteY0" fmla="*/ 12202114 h 12207770"/>
              <a:gd name="connsiteX1" fmla="*/ 2033292 w 2451228"/>
              <a:gd name="connsiteY1" fmla="*/ 12207770 h 12207770"/>
              <a:gd name="connsiteX2" fmla="*/ 2344747 w 2451228"/>
              <a:gd name="connsiteY2" fmla="*/ 11893652 h 12207770"/>
              <a:gd name="connsiteX3" fmla="*/ 2451228 w 2451228"/>
              <a:gd name="connsiteY3" fmla="*/ 11691340 h 12207770"/>
              <a:gd name="connsiteX4" fmla="*/ 2441055 w 2451228"/>
              <a:gd name="connsiteY4" fmla="*/ 0 h 12207770"/>
              <a:gd name="connsiteX5" fmla="*/ 0 w 2451228"/>
              <a:gd name="connsiteY5" fmla="*/ 6936 h 12207770"/>
              <a:gd name="connsiteX6" fmla="*/ 0 w 2451228"/>
              <a:gd name="connsiteY6" fmla="*/ 12202114 h 12207770"/>
              <a:gd name="connsiteX0" fmla="*/ 0 w 2451228"/>
              <a:gd name="connsiteY0" fmla="*/ 12195178 h 12200834"/>
              <a:gd name="connsiteX1" fmla="*/ 2033292 w 2451228"/>
              <a:gd name="connsiteY1" fmla="*/ 12200834 h 12200834"/>
              <a:gd name="connsiteX2" fmla="*/ 2344747 w 2451228"/>
              <a:gd name="connsiteY2" fmla="*/ 11886716 h 12200834"/>
              <a:gd name="connsiteX3" fmla="*/ 2451228 w 2451228"/>
              <a:gd name="connsiteY3" fmla="*/ 11684404 h 12200834"/>
              <a:gd name="connsiteX4" fmla="*/ 2439518 w 2451228"/>
              <a:gd name="connsiteY4" fmla="*/ 1656 h 12200834"/>
              <a:gd name="connsiteX5" fmla="*/ 0 w 2451228"/>
              <a:gd name="connsiteY5" fmla="*/ 0 h 12200834"/>
              <a:gd name="connsiteX6" fmla="*/ 0 w 2451228"/>
              <a:gd name="connsiteY6" fmla="*/ 12195178 h 12200834"/>
              <a:gd name="connsiteX0" fmla="*/ 0 w 2451228"/>
              <a:gd name="connsiteY0" fmla="*/ 12195178 h 12195178"/>
              <a:gd name="connsiteX1" fmla="*/ 2018671 w 2451228"/>
              <a:gd name="connsiteY1" fmla="*/ 12192340 h 12195178"/>
              <a:gd name="connsiteX2" fmla="*/ 2344747 w 2451228"/>
              <a:gd name="connsiteY2" fmla="*/ 11886716 h 12195178"/>
              <a:gd name="connsiteX3" fmla="*/ 2451228 w 2451228"/>
              <a:gd name="connsiteY3" fmla="*/ 11684404 h 12195178"/>
              <a:gd name="connsiteX4" fmla="*/ 2439518 w 2451228"/>
              <a:gd name="connsiteY4" fmla="*/ 1656 h 12195178"/>
              <a:gd name="connsiteX5" fmla="*/ 0 w 2451228"/>
              <a:gd name="connsiteY5" fmla="*/ 0 h 12195178"/>
              <a:gd name="connsiteX6" fmla="*/ 0 w 2451228"/>
              <a:gd name="connsiteY6" fmla="*/ 12195178 h 12195178"/>
              <a:gd name="connsiteX0" fmla="*/ 0 w 2444782"/>
              <a:gd name="connsiteY0" fmla="*/ 12195178 h 12195178"/>
              <a:gd name="connsiteX1" fmla="*/ 2018671 w 2444782"/>
              <a:gd name="connsiteY1" fmla="*/ 12192340 h 12195178"/>
              <a:gd name="connsiteX2" fmla="*/ 2344747 w 2444782"/>
              <a:gd name="connsiteY2" fmla="*/ 1188671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2444782"/>
              <a:gd name="connsiteY0" fmla="*/ 12195178 h 12195178"/>
              <a:gd name="connsiteX1" fmla="*/ 2018671 w 2444782"/>
              <a:gd name="connsiteY1" fmla="*/ 12192340 h 12195178"/>
              <a:gd name="connsiteX2" fmla="*/ 2314573 w 2444782"/>
              <a:gd name="connsiteY2" fmla="*/ 1189850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2444782"/>
              <a:gd name="connsiteY0" fmla="*/ 12195178 h 12195178"/>
              <a:gd name="connsiteX1" fmla="*/ 2018671 w 2444782"/>
              <a:gd name="connsiteY1" fmla="*/ 12192340 h 12195178"/>
              <a:gd name="connsiteX2" fmla="*/ 2314573 w 2444782"/>
              <a:gd name="connsiteY2" fmla="*/ 1189850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2444782"/>
              <a:gd name="connsiteY0" fmla="*/ 12195178 h 12195178"/>
              <a:gd name="connsiteX1" fmla="*/ 2018671 w 2444782"/>
              <a:gd name="connsiteY1" fmla="*/ 12192340 h 12195178"/>
              <a:gd name="connsiteX2" fmla="*/ 2314573 w 2444782"/>
              <a:gd name="connsiteY2" fmla="*/ 1189850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4956105"/>
              <a:gd name="connsiteY0" fmla="*/ 12195175 h 12195175"/>
              <a:gd name="connsiteX1" fmla="*/ 4529994 w 4956105"/>
              <a:gd name="connsiteY1" fmla="*/ 12192340 h 12195175"/>
              <a:gd name="connsiteX2" fmla="*/ 4825896 w 4956105"/>
              <a:gd name="connsiteY2" fmla="*/ 11898506 h 12195175"/>
              <a:gd name="connsiteX3" fmla="*/ 4956105 w 4956105"/>
              <a:gd name="connsiteY3" fmla="*/ 11651193 h 12195175"/>
              <a:gd name="connsiteX4" fmla="*/ 4950841 w 4956105"/>
              <a:gd name="connsiteY4" fmla="*/ 1656 h 12195175"/>
              <a:gd name="connsiteX5" fmla="*/ 2511323 w 4956105"/>
              <a:gd name="connsiteY5" fmla="*/ 0 h 12195175"/>
              <a:gd name="connsiteX6" fmla="*/ 0 w 4956105"/>
              <a:gd name="connsiteY6" fmla="*/ 12195175 h 12195175"/>
              <a:gd name="connsiteX0" fmla="*/ 0 w 4956105"/>
              <a:gd name="connsiteY0" fmla="*/ 12195174 h 12195174"/>
              <a:gd name="connsiteX1" fmla="*/ 4529994 w 4956105"/>
              <a:gd name="connsiteY1" fmla="*/ 12192339 h 12195174"/>
              <a:gd name="connsiteX2" fmla="*/ 4825896 w 4956105"/>
              <a:gd name="connsiteY2" fmla="*/ 11898505 h 12195174"/>
              <a:gd name="connsiteX3" fmla="*/ 4956105 w 4956105"/>
              <a:gd name="connsiteY3" fmla="*/ 11651192 h 12195174"/>
              <a:gd name="connsiteX4" fmla="*/ 4950841 w 4956105"/>
              <a:gd name="connsiteY4" fmla="*/ 1655 h 12195174"/>
              <a:gd name="connsiteX5" fmla="*/ 0 w 4956105"/>
              <a:gd name="connsiteY5" fmla="*/ 0 h 12195174"/>
              <a:gd name="connsiteX6" fmla="*/ 0 w 4956105"/>
              <a:gd name="connsiteY6" fmla="*/ 12195174 h 12195174"/>
              <a:gd name="connsiteX0" fmla="*/ 998621 w 5954726"/>
              <a:gd name="connsiteY0" fmla="*/ 12195174 h 12195174"/>
              <a:gd name="connsiteX1" fmla="*/ 5528615 w 5954726"/>
              <a:gd name="connsiteY1" fmla="*/ 12192339 h 12195174"/>
              <a:gd name="connsiteX2" fmla="*/ 5824517 w 5954726"/>
              <a:gd name="connsiteY2" fmla="*/ 11898505 h 12195174"/>
              <a:gd name="connsiteX3" fmla="*/ 5954726 w 5954726"/>
              <a:gd name="connsiteY3" fmla="*/ 11651192 h 12195174"/>
              <a:gd name="connsiteX4" fmla="*/ 5949462 w 5954726"/>
              <a:gd name="connsiteY4" fmla="*/ 1655 h 12195174"/>
              <a:gd name="connsiteX5" fmla="*/ 0 w 5954726"/>
              <a:gd name="connsiteY5" fmla="*/ 0 h 12195174"/>
              <a:gd name="connsiteX6" fmla="*/ 998621 w 5954726"/>
              <a:gd name="connsiteY6" fmla="*/ 12195174 h 12195174"/>
              <a:gd name="connsiteX0" fmla="*/ 0 w 5954726"/>
              <a:gd name="connsiteY0" fmla="*/ 12207206 h 12207206"/>
              <a:gd name="connsiteX1" fmla="*/ 5528615 w 5954726"/>
              <a:gd name="connsiteY1" fmla="*/ 12192339 h 12207206"/>
              <a:gd name="connsiteX2" fmla="*/ 5824517 w 5954726"/>
              <a:gd name="connsiteY2" fmla="*/ 11898505 h 12207206"/>
              <a:gd name="connsiteX3" fmla="*/ 5954726 w 5954726"/>
              <a:gd name="connsiteY3" fmla="*/ 11651192 h 12207206"/>
              <a:gd name="connsiteX4" fmla="*/ 5949462 w 5954726"/>
              <a:gd name="connsiteY4" fmla="*/ 1655 h 12207206"/>
              <a:gd name="connsiteX5" fmla="*/ 0 w 5954726"/>
              <a:gd name="connsiteY5" fmla="*/ 0 h 12207206"/>
              <a:gd name="connsiteX6" fmla="*/ 0 w 5954726"/>
              <a:gd name="connsiteY6" fmla="*/ 12207206 h 12207206"/>
            </a:gdLst>
            <a:rect l="l" t="t" r="r" b="b"/>
            <a:pathLst>
              <a:path w="5954726" h="12207206">
                <a:moveTo>
                  <a:pt x="0" y="12207206"/>
                </a:moveTo>
                <a:lnTo>
                  <a:pt x="5528615" y="12192339"/>
                </a:lnTo>
                <a:lnTo>
                  <a:pt x="5824517" y="11898505"/>
                </a:lnTo>
                <a:cubicBezTo>
                  <a:pt x="5925107" y="11801962"/>
                  <a:pt x="5945764" y="11762947"/>
                  <a:pt x="5954726" y="11651192"/>
                </a:cubicBezTo>
                <a:cubicBezTo>
                  <a:pt x="5952951" y="11353047"/>
                  <a:pt x="5951237" y="299800"/>
                  <a:pt x="5949462" y="1655"/>
                </a:cubicBezTo>
                <a:lnTo>
                  <a:pt x="0" y="0"/>
                </a:lnTo>
                <a:lnTo>
                  <a:pt x="0" y="12207206"/>
                </a:lnTo>
                <a:close/>
              </a:path>
            </a:pathLst>
          </a:custGeom>
          <a:solidFill xmlns:a="http://schemas.openxmlformats.org/drawingml/2006/main">
            <a:schemeClr val="bg1"/>
          </a:solidFill>
          <a:ln xmlns:a="http://schemas.openxmlformats.org/drawingml/2006/main" w="317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spcBef>
                <a:spcPct val="0"/>
              </a:spcBef>
              <a:spcAft>
                <a:spcPct val="0"/>
              </a:spcAft>
              <a:buNone/>
            </a:pPr>
            <a:endParaRPr sz="1799" kern="1200">
              <a:solidFill>
                <a:schemeClr val="lt1"/>
              </a:solidFill>
              <a:latin typeface="+mn-lt"/>
              <a:ea typeface="+mn-lt"/>
              <a:cs typeface="+mn-lt"/>
            </a:endParaRPr>
          </a:p>
        </p:txBody>
      </p:sp>
      <p:sp>
        <p:nvSpPr>
          <p:cNvPr id="39" name="Rectangle: Rounded Corners 38">
            <a:extLst xmlns:a="http://schemas.openxmlformats.org/drawingml/2006/main">
              <a:ext uri="{FF2B5EF4-FFF2-40B4-BE49-F238E27FC236}">
                <a16:creationId xmlns:a16="http://schemas.microsoft.com/office/drawing/2014/main" id="{9626795C-661F-588C-6A7A-49AEAD2673A7}"/>
              </a:ext>
            </a:extLst>
          </p:cNvPr>
          <p:cNvSpPr>
            <a:spLocks xmlns:a="http://schemas.openxmlformats.org/drawingml/2006/main" noGrp="1"/>
          </p:cNvSpPr>
          <p:nvPr/>
        </p:nvSpPr>
        <p:spPr>
          <a:xfrm xmlns:a="http://schemas.openxmlformats.org/drawingml/2006/main">
            <a:off x="989493" y="1344162"/>
            <a:ext cx="10036309" cy="4864100"/>
          </a:xfrm>
          <a:prstGeom xmlns:a="http://schemas.openxmlformats.org/drawingml/2006/main" prst="roundRect">
            <a:avLst/>
          </a:prstGeom>
          <a:solidFill xmlns:a="http://schemas.openxmlformats.org/drawingml/2006/main">
            <a:srgbClr val="F8F6F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3" name="Content Placeholder 5">
            <a:extLst xmlns:a="http://schemas.openxmlformats.org/drawingml/2006/main">
              <a:ext uri="{FF2B5EF4-FFF2-40B4-BE49-F238E27FC236}">
                <a16:creationId xmlns:a16="http://schemas.microsoft.com/office/drawing/2014/main" id="{C460274C-7B9D-47DC-A783-7FE5FDD6638A}"/>
              </a:ext>
            </a:extLst>
          </p:cNvPr>
          <p:cNvSpPr>
            <a:spLocks xmlns:a="http://schemas.openxmlformats.org/drawingml/2006/main" noGrp="1"/>
          </p:cNvSpPr>
          <p:nvPr>
            <p:ph idx="10"/>
          </p:nvPr>
        </p:nvSpPr>
        <p:spPr>
          <a:xfrm xmlns:a="http://schemas.openxmlformats.org/drawingml/2006/main">
            <a:off x="3164015" y="1990140"/>
            <a:ext cx="6937830" cy="3696458"/>
          </a:xfrm>
        </p:spPr>
        <p:txBody>
          <a:bodyPr xmlns:a="http://schemas.openxmlformats.org/drawingml/2006/main"/>
          <a:lstStyle xmlns:a="http://schemas.openxmlformats.org/drawingml/2006/main">
            <a:lvl1pPr algn="l">
              <a:lnSpc>
                <a:spcPct val="125000"/>
              </a:lnSpc>
              <a:spcBef>
                <a:spcPts val="0"/>
              </a:spcBef>
              <a:spcAft>
                <a:spcPts val="1400"/>
              </a:spcAft>
              <a:buNone/>
              <a:defRPr sz="2000" b="0">
                <a:solidFill>
                  <a:schemeClr val="tx2"/>
                </a:solidFill>
                <a:latin typeface="+mn-lt"/>
                <a:ea typeface="+mn-lt"/>
                <a:cs typeface="+mn-lt"/>
              </a:defRPr>
            </a:lvl1pPr>
            <a:lvl2pPr marL="466095" indent="-285750">
              <a:buNone/>
              <a:defRPr/>
            </a:lvl2pPr>
            <a:lvl3pPr>
              <a:buNone/>
              <a:defRPr sz="2000">
                <a:solidFill>
                  <a:schemeClr val="tx2"/>
                </a:solidFill>
                <a:latin typeface="+mn-lt"/>
                <a:ea typeface="+mn-lt"/>
                <a:cs typeface="+mn-lt"/>
              </a:defRPr>
            </a:lvl3pPr>
          </a:lstStyle>
          <a:p xmlns:a="http://schemas.openxmlformats.org/drawingml/2006/main">
            <a:pPr lvl="0">
              <a:buNone/>
            </a:pPr>
            <a:r>
              <a:t>Click to edit Master text styles</a:t>
            </a:r>
          </a:p>
          <a:p xmlns:a="http://schemas.openxmlformats.org/drawingml/2006/main">
            <a:pPr marL="360327" lvl="2" indent="-179982" algn="l">
              <a:lnSpc>
                <a:spcPct val="125000"/>
              </a:lnSpc>
              <a:spcBef>
                <a:spcPts val="700"/>
              </a:spcBef>
              <a:spcAft>
                <a:spcPct val="0"/>
              </a:spcAft>
              <a:buClr>
                <a:schemeClr val="accent2"/>
              </a:buClr>
              <a:buFontTx/>
              <a:buNone/>
            </a:pPr>
            <a:r>
              <a:t>Second level</a:t>
            </a:r>
          </a:p>
        </p:txBody>
      </p:sp>
      <p:pic>
        <p:nvPicPr>
          <p:cNvPr id="4" name="Picture 3">
            <a:extLst xmlns:a="http://schemas.openxmlformats.org/drawingml/2006/main">
              <a:ext uri="{FF2B5EF4-FFF2-40B4-BE49-F238E27FC236}">
                <a16:creationId xmlns:a16="http://schemas.microsoft.com/office/drawing/2014/main" id="{902395C5-897E-4086-B93B-D34B919C4B32}"/>
              </a:ext>
            </a:extLst>
          </p:cNvPr>
          <p:cNvPicPr>
            <a:picLocks xmlns:a="http://schemas.openxmlformats.org/drawingml/2006/main" noChangeAspect="1"/>
          </p:cNvPicPr>
          <p:nvPr/>
        </p:nvPicPr>
        <p:blipFill>
          <a:blip xmlns:r="http://schemas.openxmlformats.org/officeDocument/2006/relationships" xmlns:a="http://schemas.openxmlformats.org/drawingml/2006/main" r:embed="R578c7078e47b4340"/>
          <a:stretch xmlns:a="http://schemas.openxmlformats.org/drawingml/2006/main">
            <a:fillRect l="0" t="0" r="0" b="0"/>
          </a:stretch>
        </p:blipFill>
        <p:spPr>
          <a:xfrm xmlns:a="http://schemas.openxmlformats.org/drawingml/2006/main">
            <a:off x="205917" y="186138"/>
            <a:ext cx="2075247" cy="579360"/>
          </a:xfrm>
          <a:prstGeom xmlns:a="http://schemas.openxmlformats.org/drawingml/2006/main" prst="rect">
            <a:avLst/>
          </a:prstGeom>
        </p:spPr>
      </p:pic>
      <p:sp>
        <p:nvSpPr>
          <p:cNvPr id="5" name="Slide Number Placeholder 109">
            <a:extLst xmlns:a="http://schemas.openxmlformats.org/drawingml/2006/main">
              <a:ext uri="{FF2B5EF4-FFF2-40B4-BE49-F238E27FC236}">
                <a16:creationId xmlns:a16="http://schemas.microsoft.com/office/drawing/2014/main" id="{CD5A6129-3EB7-C2EF-13CC-93174B774994}"/>
              </a:ext>
            </a:extLst>
          </p:cNvPr>
          <p:cNvSpPr>
            <a:spLocks xmlns:a="http://schemas.openxmlformats.org/drawingml/2006/main" noGrp="1"/>
          </p:cNvSpPr>
          <p:nvPr/>
        </p:nvSpPr>
        <p:spPr>
          <a:xfrm xmlns:a="http://schemas.openxmlformats.org/drawingml/2006/main">
            <a:off x="11426179" y="6454131"/>
            <a:ext cx="260424" cy="123111"/>
          </a:xfrm>
          <a:prstGeom xmlns:a="http://schemas.openxmlformats.org/drawingml/2006/main" prst="rect">
            <a:avLst/>
          </a:prstGeom>
        </p:spPr>
        <p:txBody>
          <a:bodyPr xmlns:a="http://schemas.openxmlformats.org/drawingml/2006/main" vert="horz" wrap="square" lIns="0" tIns="0" rIns="0" bIns="0" anchor="t">
            <a:spAutoFit/>
          </a:bodyPr>
          <a:lstStyle xmlns:a="http://schemas.openxmlformats.org/drawingml/2006/main">
            <a:lvl1pPr algn="r">
              <a:buNone/>
              <a:defRPr sz="1400">
                <a:solidFill>
                  <a:srgbClr val="FF0000"/>
                </a:solidFill>
                <a:latin typeface="+mn-lt"/>
                <a:ea typeface="+mn-lt"/>
                <a:cs typeface="+mn-lt"/>
              </a:defRPr>
            </a:lvl1pPr>
          </a:lstStyle>
          <a:p xmlns:a="http://schemas.openxmlformats.org/drawingml/2006/main">
            <a:pPr marL="0" marR="0" lvl="0" indent="0" algn="r" defTabSz="914309">
              <a:lnSpc>
                <a:spcPct val="100000"/>
              </a:lnSpc>
              <a:spcBef>
                <a:spcPct val="0"/>
              </a:spcBef>
              <a:spcAft>
                <a:spcPct val="0"/>
              </a:spcAft>
              <a:buClrTx/>
              <a:buSzTx/>
              <a:buFontTx/>
              <a:buNone/>
            </a:pPr>
            <a:fld id="{FB8A8675-40C0-40D2-8FCE-EA4A25F48F18}" type="slidenum">
              <a:rPr sz="800" b="0" i="0" u="none" strike="noStrike" cap="none" spc="0" baseline="0">
                <a:ln>
                  <a:noFill/>
                </a:ln>
                <a:solidFill>
                  <a:schemeClr val="tx2"/>
                </a:solidFill>
                <a:latin typeface="+mn-lt"/>
                <a:ea typeface="+mn-lt"/>
                <a:cs typeface="+mn-lt"/>
              </a:rPr>
              <a:t>‹#›</a:t>
            </a:fld>
            <a:endParaRPr sz="800" b="0" i="0" u="none" strike="noStrike" kern="1200" cap="none" spc="0" baseline="0">
              <a:ln>
                <a:noFill/>
              </a:ln>
              <a:solidFill>
                <a:schemeClr val="tx2"/>
              </a:solidFill>
              <a:latin typeface="+mn-lt"/>
              <a:ea typeface="+mn-lt"/>
              <a:cs typeface="+mn-lt"/>
            </a:endParaRPr>
          </a:p>
        </p:txBody>
      </p:sp>
      <p:sp>
        <p:nvSpPr>
          <p:cNvPr id="40" name="Title 3">
            <a:extLst xmlns:a="http://schemas.openxmlformats.org/drawingml/2006/main">
              <a:ext uri="{FF2B5EF4-FFF2-40B4-BE49-F238E27FC236}">
                <a16:creationId xmlns:a16="http://schemas.microsoft.com/office/drawing/2014/main" id="{5AF3534B-A4B2-BD34-5235-AAC58700E200}"/>
              </a:ext>
            </a:extLst>
          </p:cNvPr>
          <p:cNvSpPr>
            <a:spLocks xmlns:a="http://schemas.openxmlformats.org/drawingml/2006/main" noGrp="1"/>
          </p:cNvSpPr>
          <p:nvPr>
            <p:ph type="title" idx="0"/>
          </p:nvPr>
        </p:nvSpPr>
        <p:spPr>
          <a:xfrm xmlns:a="http://schemas.openxmlformats.org/drawingml/2006/main">
            <a:off x="2355273" y="282346"/>
            <a:ext cx="8541660" cy="378402"/>
          </a:xfrm>
        </p:spPr>
        <p:txBody>
          <a:bodyPr xmlns:a="http://schemas.openxmlformats.org/drawingml/2006/main" anchor="ctr"/>
          <a:lstStyle xmlns:a="http://schemas.openxmlformats.org/drawingml/2006/main">
            <a:lvl1pPr algn="l">
              <a:buNone/>
              <a:defRPr sz="2400"/>
            </a:lvl1pPr>
          </a:lstStyle>
          <a:p xmlns:a="http://schemas.openxmlformats.org/drawingml/2006/main">
            <a:r>
              <a:t>Click to edit Master title style</a:t>
            </a:r>
            <a:endParaRPr/>
          </a:p>
        </p:txBody>
      </p:sp>
      <p:pic>
        <p:nvPicPr>
          <p:cNvPr id="33" name="Picture 32">
            <a:extLst xmlns:a="http://schemas.openxmlformats.org/drawingml/2006/main">
              <a:ext uri="{FF2B5EF4-FFF2-40B4-BE49-F238E27FC236}">
                <a16:creationId xmlns:a16="http://schemas.microsoft.com/office/drawing/2014/main" id="{1E29A41C-6142-489F-B829-F5F7E76423D1}"/>
              </a:ext>
            </a:extLst>
          </p:cNvPr>
          <p:cNvPicPr>
            <a:picLocks xmlns:a="http://schemas.openxmlformats.org/drawingml/2006/main" noChangeAspect="1"/>
          </p:cNvPicPr>
          <p:nvPr/>
        </p:nvPicPr>
        <p:blipFill>
          <a:blip xmlns:r="http://schemas.openxmlformats.org/officeDocument/2006/relationships" xmlns:a="http://schemas.openxmlformats.org/drawingml/2006/main" r:embed="Rc1d42b5b3b324a7b"/>
          <a:stretch xmlns:a="http://schemas.openxmlformats.org/drawingml/2006/main">
            <a:fillRect l="0" t="0" r="0" b="0"/>
          </a:stretch>
        </p:blipFill>
        <p:spPr>
          <a:xfrm xmlns:a="http://schemas.openxmlformats.org/drawingml/2006/main" rot="18907040" flipH="0" flipV="0">
            <a:off x="-246480" y="2577939"/>
            <a:ext cx="2419119" cy="2396546"/>
          </a:xfrm>
          <a:prstGeom xmlns:a="http://schemas.openxmlformats.org/drawingml/2006/main" prst="rect">
            <a:avLst/>
          </a:prstGeom>
        </p:spPr>
      </p:pic>
      <p:sp>
        <p:nvSpPr>
          <p:cNvPr id="65" name="Rectangle 64">
            <a:extLst xmlns:a="http://schemas.openxmlformats.org/drawingml/2006/main">
              <a:ext uri="{FF2B5EF4-FFF2-40B4-BE49-F238E27FC236}">
                <a16:creationId xmlns:a16="http://schemas.microsoft.com/office/drawing/2014/main" id="{0C68CD2F-6AD1-BF3A-F92F-01C8B6EC7A0A}"/>
              </a:ext>
            </a:extLst>
          </p:cNvPr>
          <p:cNvSpPr>
            <a:spLocks xmlns:a="http://schemas.openxmlformats.org/drawingml/2006/main" noGrp="1"/>
          </p:cNvSpPr>
          <p:nvPr/>
        </p:nvSpPr>
        <p:spPr>
          <a:xfrm xmlns:a="http://schemas.openxmlformats.org/drawingml/2006/main" rot="0" flipH="0" flipV="0">
            <a:off x="458539" y="3222169"/>
            <a:ext cx="315295" cy="130699"/>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6" name="Rectangle 65">
            <a:extLst xmlns:a="http://schemas.openxmlformats.org/drawingml/2006/main">
              <a:ext uri="{FF2B5EF4-FFF2-40B4-BE49-F238E27FC236}">
                <a16:creationId xmlns:a16="http://schemas.microsoft.com/office/drawing/2014/main" id="{7677DA45-008F-3A56-E2FC-E3506E64791F}"/>
              </a:ext>
            </a:extLst>
          </p:cNvPr>
          <p:cNvSpPr>
            <a:spLocks xmlns:a="http://schemas.openxmlformats.org/drawingml/2006/main" noGrp="1"/>
          </p:cNvSpPr>
          <p:nvPr/>
        </p:nvSpPr>
        <p:spPr>
          <a:xfrm xmlns:a="http://schemas.openxmlformats.org/drawingml/2006/main" rot="0" flipH="0" flipV="0">
            <a:off x="458538" y="3436712"/>
            <a:ext cx="931555" cy="147055"/>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7" name="Rectangle 66">
            <a:extLst xmlns:a="http://schemas.openxmlformats.org/drawingml/2006/main">
              <a:ext uri="{FF2B5EF4-FFF2-40B4-BE49-F238E27FC236}">
                <a16:creationId xmlns:a16="http://schemas.microsoft.com/office/drawing/2014/main" id="{1217C7DE-6BF3-083A-CF1A-52B33BEF51ED}"/>
              </a:ext>
            </a:extLst>
          </p:cNvPr>
          <p:cNvSpPr>
            <a:spLocks xmlns:a="http://schemas.openxmlformats.org/drawingml/2006/main" noGrp="1"/>
          </p:cNvSpPr>
          <p:nvPr/>
        </p:nvSpPr>
        <p:spPr>
          <a:xfrm xmlns:a="http://schemas.openxmlformats.org/drawingml/2006/main" rot="0" flipH="0" flipV="0">
            <a:off x="458538" y="3667611"/>
            <a:ext cx="931555" cy="147055"/>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8" name="Rectangle 67">
            <a:extLst xmlns:a="http://schemas.openxmlformats.org/drawingml/2006/main">
              <a:ext uri="{FF2B5EF4-FFF2-40B4-BE49-F238E27FC236}">
                <a16:creationId xmlns:a16="http://schemas.microsoft.com/office/drawing/2014/main" id="{7F424BBB-A41B-9F98-A3AE-C6AF585951AC}"/>
              </a:ext>
            </a:extLst>
          </p:cNvPr>
          <p:cNvSpPr>
            <a:spLocks xmlns:a="http://schemas.openxmlformats.org/drawingml/2006/main" noGrp="1"/>
          </p:cNvSpPr>
          <p:nvPr/>
        </p:nvSpPr>
        <p:spPr>
          <a:xfrm xmlns:a="http://schemas.openxmlformats.org/drawingml/2006/main" rot="0" flipH="0" flipV="0">
            <a:off x="458538" y="3897548"/>
            <a:ext cx="979327" cy="147055"/>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9" name="Rectangle 68">
            <a:extLst xmlns:a="http://schemas.openxmlformats.org/drawingml/2006/main">
              <a:ext uri="{FF2B5EF4-FFF2-40B4-BE49-F238E27FC236}">
                <a16:creationId xmlns:a16="http://schemas.microsoft.com/office/drawing/2014/main" id="{5127310C-93BC-250E-9582-525A839E90E7}"/>
              </a:ext>
            </a:extLst>
          </p:cNvPr>
          <p:cNvSpPr>
            <a:spLocks xmlns:a="http://schemas.openxmlformats.org/drawingml/2006/main" noGrp="1"/>
          </p:cNvSpPr>
          <p:nvPr/>
        </p:nvSpPr>
        <p:spPr>
          <a:xfrm xmlns:a="http://schemas.openxmlformats.org/drawingml/2006/main" rot="0" flipH="0" flipV="0">
            <a:off x="458538" y="4127485"/>
            <a:ext cx="995251" cy="230898"/>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1" name="Rectangle 60">
            <a:extLst xmlns:a="http://schemas.openxmlformats.org/drawingml/2006/main">
              <a:ext uri="{FF2B5EF4-FFF2-40B4-BE49-F238E27FC236}">
                <a16:creationId xmlns:a16="http://schemas.microsoft.com/office/drawing/2014/main" id="{AA6D9E35-484A-F739-278B-CF415A0705FE}"/>
              </a:ext>
            </a:extLst>
          </p:cNvPr>
          <p:cNvSpPr>
            <a:spLocks xmlns:a="http://schemas.openxmlformats.org/drawingml/2006/main" noGrp="1"/>
          </p:cNvSpPr>
          <p:nvPr/>
        </p:nvSpPr>
        <p:spPr>
          <a:xfrm xmlns:a="http://schemas.openxmlformats.org/drawingml/2006/main" rot="0" flipH="0" flipV="0">
            <a:off x="353699" y="3317853"/>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3" name="Oval 62">
            <a:extLst xmlns:a="http://schemas.openxmlformats.org/drawingml/2006/main">
              <a:ext uri="{FF2B5EF4-FFF2-40B4-BE49-F238E27FC236}">
                <a16:creationId xmlns:a16="http://schemas.microsoft.com/office/drawing/2014/main" id="{03EE6713-60C9-C57C-BC0B-362541290474}"/>
              </a:ext>
            </a:extLst>
          </p:cNvPr>
          <p:cNvSpPr>
            <a:spLocks xmlns:a="http://schemas.openxmlformats.org/drawingml/2006/main" noGrp="1"/>
          </p:cNvSpPr>
          <p:nvPr/>
        </p:nvSpPr>
        <p:spPr>
          <a:xfrm xmlns:a="http://schemas.openxmlformats.org/drawingml/2006/main" rot="0" flipH="0" flipV="0">
            <a:off x="362726" y="3327900"/>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64" name="Graphic 63">
            <a:extLst xmlns:a="http://schemas.openxmlformats.org/drawingml/2006/main">
              <a:ext uri="{FF2B5EF4-FFF2-40B4-BE49-F238E27FC236}">
                <a16:creationId xmlns:a16="http://schemas.microsoft.com/office/drawing/2014/main" id="{14DE2990-F128-4D91-B946-BDBE240C9BF5}"/>
              </a:ext>
            </a:extLst>
          </p:cNvPr>
          <p:cNvPicPr>
            <a:picLocks xmlns:a="http://schemas.openxmlformats.org/drawingml/2006/main" noChangeAspect="1"/>
          </p:cNvPicPr>
          <p:nvPr/>
        </p:nvPicPr>
        <p:blipFill>
          <a:blip xmlns:r="http://schemas.openxmlformats.org/officeDocument/2006/relationships" xmlns:a="http://schemas.openxmlformats.org/drawingml/2006/main" r:embed="Rce67fba3cd1f4a3b">
            <a:extLst>
              <a:ext uri="{96DAC541-7B7A-43D3-8B79-37D633B846F1}">
                <asvg:svgBlip xmlns:asvg="http://schemas.microsoft.com/office/drawing/2016/SVG/main" r:embed="Rd41e7f0ee0404e22"/>
              </a:ext>
            </a:extLst>
          </a:blip>
          <a:srcRect xmlns:a="http://schemas.openxmlformats.org/drawingml/2006/main" l="25604" t="26041" r="27357" b="26042"/>
          <a:stretch xmlns:a="http://schemas.openxmlformats.org/drawingml/2006/main"/>
        </p:blipFill>
        <p:spPr>
          <a:xfrm xmlns:a="http://schemas.openxmlformats.org/drawingml/2006/main" rot="0" flipH="0" flipV="0">
            <a:off x="372746" y="3336927"/>
            <a:ext cx="106348" cy="108333"/>
          </a:xfrm>
          <a:prstGeom xmlns:a="http://schemas.openxmlformats.org/drawingml/2006/main" prst="flowChartConnector">
            <a:avLst/>
          </a:prstGeom>
        </p:spPr>
      </p:pic>
      <p:sp>
        <p:nvSpPr>
          <p:cNvPr id="57" name="Rectangle 56">
            <a:extLst xmlns:a="http://schemas.openxmlformats.org/drawingml/2006/main">
              <a:ext uri="{FF2B5EF4-FFF2-40B4-BE49-F238E27FC236}">
                <a16:creationId xmlns:a16="http://schemas.microsoft.com/office/drawing/2014/main" id="{66107567-9886-F905-50C0-C1EE2C5D732C}"/>
              </a:ext>
            </a:extLst>
          </p:cNvPr>
          <p:cNvSpPr>
            <a:spLocks xmlns:a="http://schemas.openxmlformats.org/drawingml/2006/main" noGrp="1"/>
          </p:cNvSpPr>
          <p:nvPr/>
        </p:nvSpPr>
        <p:spPr>
          <a:xfrm xmlns:a="http://schemas.openxmlformats.org/drawingml/2006/main" rot="0" flipH="0" flipV="0">
            <a:off x="353755" y="3548121"/>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59" name="Oval 58">
            <a:extLst xmlns:a="http://schemas.openxmlformats.org/drawingml/2006/main">
              <a:ext uri="{FF2B5EF4-FFF2-40B4-BE49-F238E27FC236}">
                <a16:creationId xmlns:a16="http://schemas.microsoft.com/office/drawing/2014/main" id="{7A546C33-C2D2-7EE8-AEFF-228C09604ABE}"/>
              </a:ext>
            </a:extLst>
          </p:cNvPr>
          <p:cNvSpPr>
            <a:spLocks xmlns:a="http://schemas.openxmlformats.org/drawingml/2006/main" noGrp="1"/>
          </p:cNvSpPr>
          <p:nvPr/>
        </p:nvSpPr>
        <p:spPr>
          <a:xfrm xmlns:a="http://schemas.openxmlformats.org/drawingml/2006/main" rot="0" flipH="0" flipV="0">
            <a:off x="362782" y="3558168"/>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60" name="Graphic 59">
            <a:extLst xmlns:a="http://schemas.openxmlformats.org/drawingml/2006/main">
              <a:ext uri="{FF2B5EF4-FFF2-40B4-BE49-F238E27FC236}">
                <a16:creationId xmlns:a16="http://schemas.microsoft.com/office/drawing/2014/main" id="{884330F4-226D-4ACB-A22C-C369E0BF3099}"/>
              </a:ext>
            </a:extLst>
          </p:cNvPr>
          <p:cNvPicPr>
            <a:picLocks xmlns:a="http://schemas.openxmlformats.org/drawingml/2006/main" noChangeAspect="1"/>
          </p:cNvPicPr>
          <p:nvPr/>
        </p:nvPicPr>
        <p:blipFill>
          <a:blip xmlns:r="http://schemas.openxmlformats.org/officeDocument/2006/relationships" xmlns:a="http://schemas.openxmlformats.org/drawingml/2006/main" r:embed="Rce67fba3cd1f4a3b">
            <a:extLst>
              <a:ext uri="{96DAC541-7B7A-43D3-8B79-37D633B846F1}">
                <asvg:svgBlip xmlns:asvg="http://schemas.microsoft.com/office/drawing/2016/SVG/main" r:embed="Rd41e7f0ee0404e22"/>
              </a:ext>
            </a:extLst>
          </a:blip>
          <a:srcRect xmlns:a="http://schemas.openxmlformats.org/drawingml/2006/main" l="25604" t="26041" r="27357" b="26042"/>
          <a:stretch xmlns:a="http://schemas.openxmlformats.org/drawingml/2006/main"/>
        </p:blipFill>
        <p:spPr>
          <a:xfrm xmlns:a="http://schemas.openxmlformats.org/drawingml/2006/main" rot="0" flipH="0" flipV="0">
            <a:off x="372802" y="3567195"/>
            <a:ext cx="106348" cy="108333"/>
          </a:xfrm>
          <a:prstGeom xmlns:a="http://schemas.openxmlformats.org/drawingml/2006/main" prst="flowChartConnector">
            <a:avLst/>
          </a:prstGeom>
        </p:spPr>
      </p:pic>
      <p:sp>
        <p:nvSpPr>
          <p:cNvPr id="53" name="Rectangle 52">
            <a:extLst xmlns:a="http://schemas.openxmlformats.org/drawingml/2006/main">
              <a:ext uri="{FF2B5EF4-FFF2-40B4-BE49-F238E27FC236}">
                <a16:creationId xmlns:a16="http://schemas.microsoft.com/office/drawing/2014/main" id="{532988A1-EAF5-FAE8-D750-2A2C41801FE9}"/>
              </a:ext>
            </a:extLst>
          </p:cNvPr>
          <p:cNvSpPr>
            <a:spLocks xmlns:a="http://schemas.openxmlformats.org/drawingml/2006/main" noGrp="1"/>
          </p:cNvSpPr>
          <p:nvPr/>
        </p:nvSpPr>
        <p:spPr>
          <a:xfrm xmlns:a="http://schemas.openxmlformats.org/drawingml/2006/main" rot="0" flipH="0" flipV="0">
            <a:off x="353699" y="3780033"/>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55" name="Oval 54">
            <a:extLst xmlns:a="http://schemas.openxmlformats.org/drawingml/2006/main">
              <a:ext uri="{FF2B5EF4-FFF2-40B4-BE49-F238E27FC236}">
                <a16:creationId xmlns:a16="http://schemas.microsoft.com/office/drawing/2014/main" id="{610829B5-3E62-3BDC-21CC-F0221A691AAC}"/>
              </a:ext>
            </a:extLst>
          </p:cNvPr>
          <p:cNvSpPr>
            <a:spLocks xmlns:a="http://schemas.openxmlformats.org/drawingml/2006/main" noGrp="1"/>
          </p:cNvSpPr>
          <p:nvPr/>
        </p:nvSpPr>
        <p:spPr>
          <a:xfrm xmlns:a="http://schemas.openxmlformats.org/drawingml/2006/main" rot="0" flipH="0" flipV="0">
            <a:off x="362726" y="3790080"/>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56" name="Graphic 55">
            <a:extLst xmlns:a="http://schemas.openxmlformats.org/drawingml/2006/main">
              <a:ext uri="{FF2B5EF4-FFF2-40B4-BE49-F238E27FC236}">
                <a16:creationId xmlns:a16="http://schemas.microsoft.com/office/drawing/2014/main" id="{AA4C69BD-58A7-4034-AF53-A15D1F59D769}"/>
              </a:ext>
            </a:extLst>
          </p:cNvPr>
          <p:cNvPicPr>
            <a:picLocks xmlns:a="http://schemas.openxmlformats.org/drawingml/2006/main" noChangeAspect="1"/>
          </p:cNvPicPr>
          <p:nvPr/>
        </p:nvPicPr>
        <p:blipFill>
          <a:blip xmlns:r="http://schemas.openxmlformats.org/officeDocument/2006/relationships" xmlns:a="http://schemas.openxmlformats.org/drawingml/2006/main" r:embed="Rce67fba3cd1f4a3b">
            <a:extLst>
              <a:ext uri="{96DAC541-7B7A-43D3-8B79-37D633B846F1}">
                <asvg:svgBlip xmlns:asvg="http://schemas.microsoft.com/office/drawing/2016/SVG/main" r:embed="Rd41e7f0ee0404e22"/>
              </a:ext>
            </a:extLst>
          </a:blip>
          <a:srcRect xmlns:a="http://schemas.openxmlformats.org/drawingml/2006/main" l="25604" t="26041" r="27357" b="26042"/>
          <a:stretch xmlns:a="http://schemas.openxmlformats.org/drawingml/2006/main"/>
        </p:blipFill>
        <p:spPr>
          <a:xfrm xmlns:a="http://schemas.openxmlformats.org/drawingml/2006/main" rot="0" flipH="0" flipV="0">
            <a:off x="372746" y="3799107"/>
            <a:ext cx="106348" cy="108333"/>
          </a:xfrm>
          <a:prstGeom xmlns:a="http://schemas.openxmlformats.org/drawingml/2006/main" prst="flowChartConnector">
            <a:avLst/>
          </a:prstGeom>
        </p:spPr>
      </p:pic>
      <p:sp>
        <p:nvSpPr>
          <p:cNvPr id="49" name="Rectangle 48">
            <a:extLst xmlns:a="http://schemas.openxmlformats.org/drawingml/2006/main">
              <a:ext uri="{FF2B5EF4-FFF2-40B4-BE49-F238E27FC236}">
                <a16:creationId xmlns:a16="http://schemas.microsoft.com/office/drawing/2014/main" id="{B53053E3-D54B-5CDF-AD6F-C17BBB37278F}"/>
              </a:ext>
            </a:extLst>
          </p:cNvPr>
          <p:cNvSpPr>
            <a:spLocks xmlns:a="http://schemas.openxmlformats.org/drawingml/2006/main" noGrp="1"/>
          </p:cNvSpPr>
          <p:nvPr/>
        </p:nvSpPr>
        <p:spPr>
          <a:xfrm xmlns:a="http://schemas.openxmlformats.org/drawingml/2006/main" rot="0" flipH="0" flipV="0">
            <a:off x="355367" y="4013821"/>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51" name="Oval 50">
            <a:extLst xmlns:a="http://schemas.openxmlformats.org/drawingml/2006/main">
              <a:ext uri="{FF2B5EF4-FFF2-40B4-BE49-F238E27FC236}">
                <a16:creationId xmlns:a16="http://schemas.microsoft.com/office/drawing/2014/main" id="{072F1D4C-F173-C90D-A410-58F73E8B0052}"/>
              </a:ext>
            </a:extLst>
          </p:cNvPr>
          <p:cNvSpPr>
            <a:spLocks xmlns:a="http://schemas.openxmlformats.org/drawingml/2006/main" noGrp="1"/>
          </p:cNvSpPr>
          <p:nvPr/>
        </p:nvSpPr>
        <p:spPr>
          <a:xfrm xmlns:a="http://schemas.openxmlformats.org/drawingml/2006/main" rot="0" flipH="0" flipV="0">
            <a:off x="364394" y="4023868"/>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52" name="Graphic 51">
            <a:extLst xmlns:a="http://schemas.openxmlformats.org/drawingml/2006/main">
              <a:ext uri="{FF2B5EF4-FFF2-40B4-BE49-F238E27FC236}">
                <a16:creationId xmlns:a16="http://schemas.microsoft.com/office/drawing/2014/main" id="{C73C97E4-C79C-4E5D-A282-B706402C98B4}"/>
              </a:ext>
            </a:extLst>
          </p:cNvPr>
          <p:cNvPicPr>
            <a:picLocks xmlns:a="http://schemas.openxmlformats.org/drawingml/2006/main" noChangeAspect="1"/>
          </p:cNvPicPr>
          <p:nvPr/>
        </p:nvPicPr>
        <p:blipFill>
          <a:blip xmlns:r="http://schemas.openxmlformats.org/officeDocument/2006/relationships" xmlns:a="http://schemas.openxmlformats.org/drawingml/2006/main" r:embed="Rce67fba3cd1f4a3b">
            <a:extLst>
              <a:ext uri="{96DAC541-7B7A-43D3-8B79-37D633B846F1}">
                <asvg:svgBlip xmlns:asvg="http://schemas.microsoft.com/office/drawing/2016/SVG/main" r:embed="Rd41e7f0ee0404e22"/>
              </a:ext>
            </a:extLst>
          </a:blip>
          <a:srcRect xmlns:a="http://schemas.openxmlformats.org/drawingml/2006/main" l="25604" t="26041" r="27357" b="26042"/>
          <a:stretch xmlns:a="http://schemas.openxmlformats.org/drawingml/2006/main"/>
        </p:blipFill>
        <p:spPr>
          <a:xfrm xmlns:a="http://schemas.openxmlformats.org/drawingml/2006/main" rot="0" flipH="0" flipV="0">
            <a:off x="374414" y="4032895"/>
            <a:ext cx="106348" cy="108333"/>
          </a:xfrm>
          <a:prstGeom xmlns:a="http://schemas.openxmlformats.org/drawingml/2006/main" prst="flowChartConnector">
            <a:avLst/>
          </a:prstGeom>
        </p:spPr>
      </p:pic>
      <p:pic>
        <p:nvPicPr>
          <p:cNvPr id="43" name="Picture 42">
            <a:extLst xmlns:a="http://schemas.openxmlformats.org/drawingml/2006/main">
              <a:ext uri="{FF2B5EF4-FFF2-40B4-BE49-F238E27FC236}">
                <a16:creationId xmlns:a16="http://schemas.microsoft.com/office/drawing/2014/main" id="{655D3F52-5857-476D-BD10-2A39AADE8E34}"/>
              </a:ext>
            </a:extLst>
          </p:cNvPr>
          <p:cNvPicPr>
            <a:picLocks xmlns:a="http://schemas.openxmlformats.org/drawingml/2006/main" noChangeAspect="1"/>
          </p:cNvPicPr>
          <p:nvPr/>
        </p:nvPicPr>
        <p:blipFill>
          <a:blip xmlns:r="http://schemas.openxmlformats.org/officeDocument/2006/relationships" xmlns:a="http://schemas.openxmlformats.org/drawingml/2006/main" r:embed="R7401c9ff40694f6e"/>
          <a:stretch xmlns:a="http://schemas.openxmlformats.org/drawingml/2006/main">
            <a:fillRect l="0" t="0" r="0" b="0"/>
          </a:stretch>
        </p:blipFill>
        <p:spPr>
          <a:xfrm xmlns:a="http://schemas.openxmlformats.org/drawingml/2006/main" rot="18871541" flipH="0" flipV="0">
            <a:off x="1375411" y="3759890"/>
            <a:ext cx="841934" cy="845832"/>
          </a:xfrm>
          <a:prstGeom xmlns:a="http://schemas.openxmlformats.org/drawingml/2006/main" prst="rect">
            <a:avLst/>
          </a:prstGeom>
        </p:spPr>
      </p:pic>
      <p:sp>
        <p:nvSpPr>
          <p:cNvPr id="9" name="Freeform: Shape 8">
            <a:extLst xmlns:a="http://schemas.openxmlformats.org/drawingml/2006/main">
              <a:ext uri="{FF2B5EF4-FFF2-40B4-BE49-F238E27FC236}">
                <a16:creationId xmlns:a16="http://schemas.microsoft.com/office/drawing/2014/main" id="{C69094ED-7AAC-D8DA-0209-D5D8A55F4A99}"/>
              </a:ext>
            </a:extLst>
          </p:cNvPr>
          <p:cNvSpPr>
            <a:spLocks xmlns:a="http://schemas.openxmlformats.org/drawingml/2006/main" noGrp="1"/>
          </p:cNvSpPr>
          <p:nvPr/>
        </p:nvSpPr>
        <p:spPr>
          <a:xfrm xmlns:a="http://schemas.openxmlformats.org/drawingml/2006/main">
            <a:off x="11025802" y="0"/>
            <a:ext cx="1169373" cy="6859588"/>
          </a:xfrm>
          <a:custGeom xmlns:a="http://schemas.openxmlformats.org/drawingml/2006/main">
            <a:gdLst>
              <a:gd name="csX0" fmla="*/ 402166 w 1169373"/>
              <a:gd name="csY0" fmla="*/ 0 h 6859588"/>
              <a:gd name="csX1" fmla="*/ 500808 w 1169373"/>
              <a:gd name="csY1" fmla="*/ 0 h 6859588"/>
              <a:gd name="csX2" fmla="*/ 1003196 w 1169373"/>
              <a:gd name="csY2" fmla="*/ 0 h 6859588"/>
              <a:gd name="csX3" fmla="*/ 1169373 w 1169373"/>
              <a:gd name="csY3" fmla="*/ 0 h 6859588"/>
              <a:gd name="csX4" fmla="*/ 1169373 w 1169373"/>
              <a:gd name="csY4" fmla="*/ 6859588 h 6859588"/>
              <a:gd name="csX5" fmla="*/ 1003196 w 1169373"/>
              <a:gd name="csY5" fmla="*/ 6859588 h 6859588"/>
              <a:gd name="csX6" fmla="*/ 500808 w 1169373"/>
              <a:gd name="csY6" fmla="*/ 6859588 h 6859588"/>
              <a:gd name="csX7" fmla="*/ 0 w 1169373"/>
              <a:gd name="csY7" fmla="*/ 6859588 h 6859588"/>
              <a:gd name="csX8" fmla="*/ 297509 w 1169373"/>
              <a:gd name="csY8" fmla="*/ 6547210 h 6859588"/>
              <a:gd name="csX9" fmla="*/ 399788 w 1169373"/>
              <a:gd name="csY9" fmla="*/ 6344898 h 6859588"/>
              <a:gd name="csX10" fmla="*/ 402166 w 1169373"/>
              <a:gd name="csY10" fmla="*/ 0 h 6859588"/>
            </a:gdLst>
            <a:rect l="l" t="t" r="r" b="b"/>
            <a:pathLst>
              <a:path w="1169373" h="6859588">
                <a:moveTo>
                  <a:pt x="402166" y="0"/>
                </a:moveTo>
                <a:lnTo>
                  <a:pt x="500808" y="0"/>
                </a:lnTo>
                <a:lnTo>
                  <a:pt x="1003196" y="0"/>
                </a:lnTo>
                <a:lnTo>
                  <a:pt x="1169373" y="0"/>
                </a:lnTo>
                <a:lnTo>
                  <a:pt x="1169373" y="6859588"/>
                </a:lnTo>
                <a:lnTo>
                  <a:pt x="1003196" y="6859588"/>
                </a:lnTo>
                <a:lnTo>
                  <a:pt x="500808" y="6859588"/>
                </a:lnTo>
                <a:lnTo>
                  <a:pt x="0" y="6859588"/>
                </a:lnTo>
                <a:lnTo>
                  <a:pt x="297509" y="6547210"/>
                </a:lnTo>
                <a:cubicBezTo>
                  <a:pt x="361807" y="6480608"/>
                  <a:pt x="399729" y="6394128"/>
                  <a:pt x="399788" y="6344898"/>
                </a:cubicBezTo>
                <a:cubicBezTo>
                  <a:pt x="398083" y="6046753"/>
                  <a:pt x="403871" y="298145"/>
                  <a:pt x="402166" y="0"/>
                </a:cubicBezTo>
                <a:close/>
              </a:path>
            </a:pathLst>
          </a:custGeom>
          <a:solidFill xmlns:a="http://schemas.openxmlformats.org/drawingml/2006/main">
            <a:schemeClr val="accent1"/>
          </a:solidFill>
          <a:ln xmlns:a="http://schemas.openxmlformats.org/drawingml/2006/main">
            <a:solidFill>
              <a:schemeClr val="accent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p>
        </p:txBody>
      </p:sp>
      <p:pic>
        <p:nvPicPr>
          <p:cNvPr id="11" name="Picture 10">
            <a:extLst xmlns:a="http://schemas.openxmlformats.org/drawingml/2006/main">
              <a:ext uri="{FF2B5EF4-FFF2-40B4-BE49-F238E27FC236}">
                <a16:creationId xmlns:a16="http://schemas.microsoft.com/office/drawing/2014/main" id="{9232DC87-2CE4-4C41-AAD3-77366EA1DFB7}"/>
              </a:ext>
            </a:extLst>
          </p:cNvPr>
          <p:cNvPicPr>
            <a:picLocks xmlns:a="http://schemas.openxmlformats.org/drawingml/2006/main" noChangeAspect="1"/>
          </p:cNvPicPr>
          <p:nvPr/>
        </p:nvPicPr>
        <p:blipFill>
          <a:blip xmlns:r="http://schemas.openxmlformats.org/officeDocument/2006/relationships" xmlns:a="http://schemas.openxmlformats.org/drawingml/2006/main" r:embed="R78832e4670bb4f73"/>
          <a:srcRect xmlns:a="http://schemas.openxmlformats.org/drawingml/2006/main" l="6604" t="0" r="3435" b="0"/>
          <a:stretch xmlns:a="http://schemas.openxmlformats.org/drawingml/2006/main"/>
        </p:blipFill>
        <p:spPr>
          <a:xfrm xmlns:a="http://schemas.openxmlformats.org/drawingml/2006/main">
            <a:off x="10936942" y="5902252"/>
            <a:ext cx="1122600" cy="786542"/>
          </a:xfrm>
          <a:prstGeom xmlns:a="http://schemas.openxmlformats.org/drawingml/2006/main" prst="roundRect">
            <a:avLst>
              <a:gd name="adj" fmla="val 9137"/>
            </a:avLst>
          </a:prstGeom>
        </p:spPr>
      </p:pic>
    </p:spTree>
  </p:cSld>
</p:sldLayout>
</file>

<file path=ppt/slideLayouts/slideLayout17.xml><?xml version="1.0" encoding="utf-8"?>
<p:sldLayout xmlns:p="http://schemas.openxmlformats.org/presentationml/2006/main" showMasterSp="0" preserve="1" userDrawn="1">
  <p:cSld name="3_Task slide">
    <p:bg>
      <p:bgPr>
        <a:solidFill xmlns:a="http://schemas.openxmlformats.org/drawingml/2006/main">
          <a:schemeClr val="bg1"/>
        </a:solidFill>
      </p:bgPr>
    </p:bg>
    <p:spTree>
      <p:nvGrpSpPr>
        <p:cNvPr id="1" name=""/>
        <p:cNvGrpSpPr/>
        <p:nvPr/>
      </p:nvGrpSpPr>
      <p:grpSpPr>
        <a:xfrm xmlns:a="http://schemas.openxmlformats.org/drawingml/2006/main"/>
      </p:grpSpPr>
      <p:sp>
        <p:nvSpPr>
          <p:cNvPr id="3" name="Freeform 2">
            <a:extLst xmlns:a="http://schemas.openxmlformats.org/drawingml/2006/main">
              <a:ext uri="{FF2B5EF4-FFF2-40B4-BE49-F238E27FC236}">
                <a16:creationId xmlns:a16="http://schemas.microsoft.com/office/drawing/2014/main" id="{C85DACF0-9329-EE51-C4B2-D56E9D65618C}"/>
              </a:ext>
            </a:extLst>
          </p:cNvPr>
          <p:cNvSpPr>
            <a:spLocks xmlns:a="http://schemas.openxmlformats.org/drawingml/2006/main" noGrp="1"/>
          </p:cNvSpPr>
          <p:nvPr/>
        </p:nvSpPr>
        <p:spPr>
          <a:xfrm xmlns:a="http://schemas.openxmlformats.org/drawingml/2006/main" rot="16200000">
            <a:off x="3126242" y="-2216725"/>
            <a:ext cx="5954726" cy="12207206"/>
          </a:xfrm>
          <a:custGeom xmlns:a="http://schemas.openxmlformats.org/drawingml/2006/main">
            <a:gdLst>
              <a:gd name="connsiteX0" fmla="*/ 0 w 1134016"/>
              <a:gd name="connsiteY0" fmla="*/ 1408203 h 1410865"/>
              <a:gd name="connsiteX1" fmla="*/ 716080 w 1134016"/>
              <a:gd name="connsiteY1" fmla="*/ 1410865 h 1410865"/>
              <a:gd name="connsiteX2" fmla="*/ 1027535 w 1134016"/>
              <a:gd name="connsiteY2" fmla="*/ 1096747 h 1410865"/>
              <a:gd name="connsiteX3" fmla="*/ 1134016 w 1134016"/>
              <a:gd name="connsiteY3" fmla="*/ 894435 h 1410865"/>
              <a:gd name="connsiteX4" fmla="*/ 1128692 w 1134016"/>
              <a:gd name="connsiteY4" fmla="*/ 0 h 1410865"/>
              <a:gd name="connsiteX5" fmla="*/ 39930 w 1134016"/>
              <a:gd name="connsiteY5" fmla="*/ 0 h 1410865"/>
              <a:gd name="connsiteX6" fmla="*/ 0 w 1134016"/>
              <a:gd name="connsiteY6" fmla="*/ 1408203 h 1410865"/>
              <a:gd name="connsiteX0" fmla="*/ 0 w 5993513"/>
              <a:gd name="connsiteY0" fmla="*/ 1409125 h 1410865"/>
              <a:gd name="connsiteX1" fmla="*/ 5575577 w 5993513"/>
              <a:gd name="connsiteY1" fmla="*/ 1410865 h 1410865"/>
              <a:gd name="connsiteX2" fmla="*/ 5887032 w 5993513"/>
              <a:gd name="connsiteY2" fmla="*/ 1096747 h 1410865"/>
              <a:gd name="connsiteX3" fmla="*/ 5993513 w 5993513"/>
              <a:gd name="connsiteY3" fmla="*/ 894435 h 1410865"/>
              <a:gd name="connsiteX4" fmla="*/ 5988189 w 5993513"/>
              <a:gd name="connsiteY4" fmla="*/ 0 h 1410865"/>
              <a:gd name="connsiteX5" fmla="*/ 4899427 w 5993513"/>
              <a:gd name="connsiteY5" fmla="*/ 0 h 1410865"/>
              <a:gd name="connsiteX6" fmla="*/ 0 w 5993513"/>
              <a:gd name="connsiteY6" fmla="*/ 1409125 h 1410865"/>
              <a:gd name="connsiteX0" fmla="*/ 0 w 5993513"/>
              <a:gd name="connsiteY0" fmla="*/ 6859588 h 6861328"/>
              <a:gd name="connsiteX1" fmla="*/ 5575577 w 5993513"/>
              <a:gd name="connsiteY1" fmla="*/ 6861328 h 6861328"/>
              <a:gd name="connsiteX2" fmla="*/ 5887032 w 5993513"/>
              <a:gd name="connsiteY2" fmla="*/ 6547210 h 6861328"/>
              <a:gd name="connsiteX3" fmla="*/ 5993513 w 5993513"/>
              <a:gd name="connsiteY3" fmla="*/ 6344898 h 6861328"/>
              <a:gd name="connsiteX4" fmla="*/ 5988189 w 5993513"/>
              <a:gd name="connsiteY4" fmla="*/ 5450463 h 6861328"/>
              <a:gd name="connsiteX5" fmla="*/ 1 w 5993513"/>
              <a:gd name="connsiteY5" fmla="*/ 0 h 6861328"/>
              <a:gd name="connsiteX6" fmla="*/ 0 w 5993513"/>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7764"/>
              <a:gd name="connsiteY0" fmla="*/ 6859588 h 6861328"/>
              <a:gd name="connsiteX1" fmla="*/ 5575577 w 5997764"/>
              <a:gd name="connsiteY1" fmla="*/ 6861328 h 6861328"/>
              <a:gd name="connsiteX2" fmla="*/ 5887032 w 5997764"/>
              <a:gd name="connsiteY2" fmla="*/ 6547210 h 6861328"/>
              <a:gd name="connsiteX3" fmla="*/ 5993513 w 5997764"/>
              <a:gd name="connsiteY3" fmla="*/ 6344898 h 6861328"/>
              <a:gd name="connsiteX4" fmla="*/ 5995989 w 5997764"/>
              <a:gd name="connsiteY4" fmla="*/ 0 h 6861328"/>
              <a:gd name="connsiteX5" fmla="*/ 1 w 5997764"/>
              <a:gd name="connsiteY5" fmla="*/ 0 h 6861328"/>
              <a:gd name="connsiteX6" fmla="*/ 0 w 5997764"/>
              <a:gd name="connsiteY6" fmla="*/ 6859588 h 6861328"/>
              <a:gd name="connsiteX0" fmla="*/ 0 w 5993513"/>
              <a:gd name="connsiteY0" fmla="*/ 12219678 h 12221418"/>
              <a:gd name="connsiteX1" fmla="*/ 5575577 w 5993513"/>
              <a:gd name="connsiteY1" fmla="*/ 12221418 h 12221418"/>
              <a:gd name="connsiteX2" fmla="*/ 5887032 w 5993513"/>
              <a:gd name="connsiteY2" fmla="*/ 11907300 h 12221418"/>
              <a:gd name="connsiteX3" fmla="*/ 5993513 w 5993513"/>
              <a:gd name="connsiteY3" fmla="*/ 11704988 h 12221418"/>
              <a:gd name="connsiteX4" fmla="*/ 5987780 w 5993513"/>
              <a:gd name="connsiteY4" fmla="*/ 0 h 12221418"/>
              <a:gd name="connsiteX5" fmla="*/ 1 w 5993513"/>
              <a:gd name="connsiteY5" fmla="*/ 5360090 h 12221418"/>
              <a:gd name="connsiteX6" fmla="*/ 0 w 5993513"/>
              <a:gd name="connsiteY6" fmla="*/ 12219678 h 12221418"/>
              <a:gd name="connsiteX0" fmla="*/ 3542284 w 5993512"/>
              <a:gd name="connsiteY0" fmla="*/ 12215762 h 12221418"/>
              <a:gd name="connsiteX1" fmla="*/ 5575576 w 5993512"/>
              <a:gd name="connsiteY1" fmla="*/ 12221418 h 12221418"/>
              <a:gd name="connsiteX2" fmla="*/ 5887031 w 5993512"/>
              <a:gd name="connsiteY2" fmla="*/ 11907300 h 12221418"/>
              <a:gd name="connsiteX3" fmla="*/ 5993512 w 5993512"/>
              <a:gd name="connsiteY3" fmla="*/ 11704988 h 12221418"/>
              <a:gd name="connsiteX4" fmla="*/ 5987779 w 5993512"/>
              <a:gd name="connsiteY4" fmla="*/ 0 h 12221418"/>
              <a:gd name="connsiteX5" fmla="*/ 0 w 5993512"/>
              <a:gd name="connsiteY5" fmla="*/ 5360090 h 12221418"/>
              <a:gd name="connsiteX6" fmla="*/ 3542284 w 5993512"/>
              <a:gd name="connsiteY6" fmla="*/ 12215762 h 12221418"/>
              <a:gd name="connsiteX0" fmla="*/ 0 w 2451228"/>
              <a:gd name="connsiteY0" fmla="*/ 12215762 h 12221418"/>
              <a:gd name="connsiteX1" fmla="*/ 2033292 w 2451228"/>
              <a:gd name="connsiteY1" fmla="*/ 12221418 h 12221418"/>
              <a:gd name="connsiteX2" fmla="*/ 2344747 w 2451228"/>
              <a:gd name="connsiteY2" fmla="*/ 11907300 h 12221418"/>
              <a:gd name="connsiteX3" fmla="*/ 2451228 w 2451228"/>
              <a:gd name="connsiteY3" fmla="*/ 11704988 h 12221418"/>
              <a:gd name="connsiteX4" fmla="*/ 2445495 w 2451228"/>
              <a:gd name="connsiteY4" fmla="*/ 0 h 12221418"/>
              <a:gd name="connsiteX5" fmla="*/ 0 w 2451228"/>
              <a:gd name="connsiteY5" fmla="*/ 20584 h 12221418"/>
              <a:gd name="connsiteX6" fmla="*/ 0 w 2451228"/>
              <a:gd name="connsiteY6" fmla="*/ 12215762 h 12221418"/>
              <a:gd name="connsiteX0" fmla="*/ 0 w 2451228"/>
              <a:gd name="connsiteY0" fmla="*/ 12202114 h 12207770"/>
              <a:gd name="connsiteX1" fmla="*/ 2033292 w 2451228"/>
              <a:gd name="connsiteY1" fmla="*/ 12207770 h 12207770"/>
              <a:gd name="connsiteX2" fmla="*/ 2344747 w 2451228"/>
              <a:gd name="connsiteY2" fmla="*/ 11893652 h 12207770"/>
              <a:gd name="connsiteX3" fmla="*/ 2451228 w 2451228"/>
              <a:gd name="connsiteY3" fmla="*/ 11691340 h 12207770"/>
              <a:gd name="connsiteX4" fmla="*/ 2441055 w 2451228"/>
              <a:gd name="connsiteY4" fmla="*/ 0 h 12207770"/>
              <a:gd name="connsiteX5" fmla="*/ 0 w 2451228"/>
              <a:gd name="connsiteY5" fmla="*/ 6936 h 12207770"/>
              <a:gd name="connsiteX6" fmla="*/ 0 w 2451228"/>
              <a:gd name="connsiteY6" fmla="*/ 12202114 h 12207770"/>
              <a:gd name="connsiteX0" fmla="*/ 0 w 2451228"/>
              <a:gd name="connsiteY0" fmla="*/ 12195178 h 12200834"/>
              <a:gd name="connsiteX1" fmla="*/ 2033292 w 2451228"/>
              <a:gd name="connsiteY1" fmla="*/ 12200834 h 12200834"/>
              <a:gd name="connsiteX2" fmla="*/ 2344747 w 2451228"/>
              <a:gd name="connsiteY2" fmla="*/ 11886716 h 12200834"/>
              <a:gd name="connsiteX3" fmla="*/ 2451228 w 2451228"/>
              <a:gd name="connsiteY3" fmla="*/ 11684404 h 12200834"/>
              <a:gd name="connsiteX4" fmla="*/ 2439518 w 2451228"/>
              <a:gd name="connsiteY4" fmla="*/ 1656 h 12200834"/>
              <a:gd name="connsiteX5" fmla="*/ 0 w 2451228"/>
              <a:gd name="connsiteY5" fmla="*/ 0 h 12200834"/>
              <a:gd name="connsiteX6" fmla="*/ 0 w 2451228"/>
              <a:gd name="connsiteY6" fmla="*/ 12195178 h 12200834"/>
              <a:gd name="connsiteX0" fmla="*/ 0 w 2451228"/>
              <a:gd name="connsiteY0" fmla="*/ 12195178 h 12195178"/>
              <a:gd name="connsiteX1" fmla="*/ 2018671 w 2451228"/>
              <a:gd name="connsiteY1" fmla="*/ 12192340 h 12195178"/>
              <a:gd name="connsiteX2" fmla="*/ 2344747 w 2451228"/>
              <a:gd name="connsiteY2" fmla="*/ 11886716 h 12195178"/>
              <a:gd name="connsiteX3" fmla="*/ 2451228 w 2451228"/>
              <a:gd name="connsiteY3" fmla="*/ 11684404 h 12195178"/>
              <a:gd name="connsiteX4" fmla="*/ 2439518 w 2451228"/>
              <a:gd name="connsiteY4" fmla="*/ 1656 h 12195178"/>
              <a:gd name="connsiteX5" fmla="*/ 0 w 2451228"/>
              <a:gd name="connsiteY5" fmla="*/ 0 h 12195178"/>
              <a:gd name="connsiteX6" fmla="*/ 0 w 2451228"/>
              <a:gd name="connsiteY6" fmla="*/ 12195178 h 12195178"/>
              <a:gd name="connsiteX0" fmla="*/ 0 w 2444782"/>
              <a:gd name="connsiteY0" fmla="*/ 12195178 h 12195178"/>
              <a:gd name="connsiteX1" fmla="*/ 2018671 w 2444782"/>
              <a:gd name="connsiteY1" fmla="*/ 12192340 h 12195178"/>
              <a:gd name="connsiteX2" fmla="*/ 2344747 w 2444782"/>
              <a:gd name="connsiteY2" fmla="*/ 1188671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2444782"/>
              <a:gd name="connsiteY0" fmla="*/ 12195178 h 12195178"/>
              <a:gd name="connsiteX1" fmla="*/ 2018671 w 2444782"/>
              <a:gd name="connsiteY1" fmla="*/ 12192340 h 12195178"/>
              <a:gd name="connsiteX2" fmla="*/ 2314573 w 2444782"/>
              <a:gd name="connsiteY2" fmla="*/ 1189850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2444782"/>
              <a:gd name="connsiteY0" fmla="*/ 12195178 h 12195178"/>
              <a:gd name="connsiteX1" fmla="*/ 2018671 w 2444782"/>
              <a:gd name="connsiteY1" fmla="*/ 12192340 h 12195178"/>
              <a:gd name="connsiteX2" fmla="*/ 2314573 w 2444782"/>
              <a:gd name="connsiteY2" fmla="*/ 1189850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2444782"/>
              <a:gd name="connsiteY0" fmla="*/ 12195178 h 12195178"/>
              <a:gd name="connsiteX1" fmla="*/ 2018671 w 2444782"/>
              <a:gd name="connsiteY1" fmla="*/ 12192340 h 12195178"/>
              <a:gd name="connsiteX2" fmla="*/ 2314573 w 2444782"/>
              <a:gd name="connsiteY2" fmla="*/ 11898506 h 12195178"/>
              <a:gd name="connsiteX3" fmla="*/ 2444782 w 2444782"/>
              <a:gd name="connsiteY3" fmla="*/ 11651193 h 12195178"/>
              <a:gd name="connsiteX4" fmla="*/ 2439518 w 2444782"/>
              <a:gd name="connsiteY4" fmla="*/ 1656 h 12195178"/>
              <a:gd name="connsiteX5" fmla="*/ 0 w 2444782"/>
              <a:gd name="connsiteY5" fmla="*/ 0 h 12195178"/>
              <a:gd name="connsiteX6" fmla="*/ 0 w 2444782"/>
              <a:gd name="connsiteY6" fmla="*/ 12195178 h 12195178"/>
              <a:gd name="connsiteX0" fmla="*/ 0 w 4956105"/>
              <a:gd name="connsiteY0" fmla="*/ 12195175 h 12195175"/>
              <a:gd name="connsiteX1" fmla="*/ 4529994 w 4956105"/>
              <a:gd name="connsiteY1" fmla="*/ 12192340 h 12195175"/>
              <a:gd name="connsiteX2" fmla="*/ 4825896 w 4956105"/>
              <a:gd name="connsiteY2" fmla="*/ 11898506 h 12195175"/>
              <a:gd name="connsiteX3" fmla="*/ 4956105 w 4956105"/>
              <a:gd name="connsiteY3" fmla="*/ 11651193 h 12195175"/>
              <a:gd name="connsiteX4" fmla="*/ 4950841 w 4956105"/>
              <a:gd name="connsiteY4" fmla="*/ 1656 h 12195175"/>
              <a:gd name="connsiteX5" fmla="*/ 2511323 w 4956105"/>
              <a:gd name="connsiteY5" fmla="*/ 0 h 12195175"/>
              <a:gd name="connsiteX6" fmla="*/ 0 w 4956105"/>
              <a:gd name="connsiteY6" fmla="*/ 12195175 h 12195175"/>
              <a:gd name="connsiteX0" fmla="*/ 0 w 4956105"/>
              <a:gd name="connsiteY0" fmla="*/ 12195174 h 12195174"/>
              <a:gd name="connsiteX1" fmla="*/ 4529994 w 4956105"/>
              <a:gd name="connsiteY1" fmla="*/ 12192339 h 12195174"/>
              <a:gd name="connsiteX2" fmla="*/ 4825896 w 4956105"/>
              <a:gd name="connsiteY2" fmla="*/ 11898505 h 12195174"/>
              <a:gd name="connsiteX3" fmla="*/ 4956105 w 4956105"/>
              <a:gd name="connsiteY3" fmla="*/ 11651192 h 12195174"/>
              <a:gd name="connsiteX4" fmla="*/ 4950841 w 4956105"/>
              <a:gd name="connsiteY4" fmla="*/ 1655 h 12195174"/>
              <a:gd name="connsiteX5" fmla="*/ 0 w 4956105"/>
              <a:gd name="connsiteY5" fmla="*/ 0 h 12195174"/>
              <a:gd name="connsiteX6" fmla="*/ 0 w 4956105"/>
              <a:gd name="connsiteY6" fmla="*/ 12195174 h 12195174"/>
              <a:gd name="connsiteX0" fmla="*/ 998621 w 5954726"/>
              <a:gd name="connsiteY0" fmla="*/ 12195174 h 12195174"/>
              <a:gd name="connsiteX1" fmla="*/ 5528615 w 5954726"/>
              <a:gd name="connsiteY1" fmla="*/ 12192339 h 12195174"/>
              <a:gd name="connsiteX2" fmla="*/ 5824517 w 5954726"/>
              <a:gd name="connsiteY2" fmla="*/ 11898505 h 12195174"/>
              <a:gd name="connsiteX3" fmla="*/ 5954726 w 5954726"/>
              <a:gd name="connsiteY3" fmla="*/ 11651192 h 12195174"/>
              <a:gd name="connsiteX4" fmla="*/ 5949462 w 5954726"/>
              <a:gd name="connsiteY4" fmla="*/ 1655 h 12195174"/>
              <a:gd name="connsiteX5" fmla="*/ 0 w 5954726"/>
              <a:gd name="connsiteY5" fmla="*/ 0 h 12195174"/>
              <a:gd name="connsiteX6" fmla="*/ 998621 w 5954726"/>
              <a:gd name="connsiteY6" fmla="*/ 12195174 h 12195174"/>
              <a:gd name="connsiteX0" fmla="*/ 0 w 5954726"/>
              <a:gd name="connsiteY0" fmla="*/ 12207206 h 12207206"/>
              <a:gd name="connsiteX1" fmla="*/ 5528615 w 5954726"/>
              <a:gd name="connsiteY1" fmla="*/ 12192339 h 12207206"/>
              <a:gd name="connsiteX2" fmla="*/ 5824517 w 5954726"/>
              <a:gd name="connsiteY2" fmla="*/ 11898505 h 12207206"/>
              <a:gd name="connsiteX3" fmla="*/ 5954726 w 5954726"/>
              <a:gd name="connsiteY3" fmla="*/ 11651192 h 12207206"/>
              <a:gd name="connsiteX4" fmla="*/ 5949462 w 5954726"/>
              <a:gd name="connsiteY4" fmla="*/ 1655 h 12207206"/>
              <a:gd name="connsiteX5" fmla="*/ 0 w 5954726"/>
              <a:gd name="connsiteY5" fmla="*/ 0 h 12207206"/>
              <a:gd name="connsiteX6" fmla="*/ 0 w 5954726"/>
              <a:gd name="connsiteY6" fmla="*/ 12207206 h 12207206"/>
            </a:gdLst>
            <a:rect l="l" t="t" r="r" b="b"/>
            <a:pathLst>
              <a:path w="5954726" h="12207206">
                <a:moveTo>
                  <a:pt x="0" y="12207206"/>
                </a:moveTo>
                <a:lnTo>
                  <a:pt x="5528615" y="12192339"/>
                </a:lnTo>
                <a:lnTo>
                  <a:pt x="5824517" y="11898505"/>
                </a:lnTo>
                <a:cubicBezTo>
                  <a:pt x="5925107" y="11801962"/>
                  <a:pt x="5945764" y="11762947"/>
                  <a:pt x="5954726" y="11651192"/>
                </a:cubicBezTo>
                <a:cubicBezTo>
                  <a:pt x="5952951" y="11353047"/>
                  <a:pt x="5951237" y="299800"/>
                  <a:pt x="5949462" y="1655"/>
                </a:cubicBezTo>
                <a:lnTo>
                  <a:pt x="0" y="0"/>
                </a:lnTo>
                <a:lnTo>
                  <a:pt x="0" y="12207206"/>
                </a:lnTo>
                <a:close/>
              </a:path>
            </a:pathLst>
          </a:custGeom>
          <a:solidFill xmlns:a="http://schemas.openxmlformats.org/drawingml/2006/main">
            <a:schemeClr val="bg1"/>
          </a:solidFill>
          <a:ln xmlns:a="http://schemas.openxmlformats.org/drawingml/2006/main" w="317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spcBef>
                <a:spcPct val="0"/>
              </a:spcBef>
              <a:spcAft>
                <a:spcPct val="0"/>
              </a:spcAft>
              <a:buNone/>
            </a:pPr>
            <a:endParaRPr sz="1799" kern="1200">
              <a:solidFill>
                <a:schemeClr val="lt1"/>
              </a:solidFill>
              <a:latin typeface="+mn-lt"/>
              <a:ea typeface="+mn-lt"/>
              <a:cs typeface="+mn-lt"/>
            </a:endParaRPr>
          </a:p>
        </p:txBody>
      </p:sp>
      <p:sp>
        <p:nvSpPr>
          <p:cNvPr id="39" name="Rectangle: Rounded Corners 38">
            <a:extLst xmlns:a="http://schemas.openxmlformats.org/drawingml/2006/main">
              <a:ext uri="{FF2B5EF4-FFF2-40B4-BE49-F238E27FC236}">
                <a16:creationId xmlns:a16="http://schemas.microsoft.com/office/drawing/2014/main" id="{9626795C-661F-588C-6A7A-49AEAD2673A7}"/>
              </a:ext>
            </a:extLst>
          </p:cNvPr>
          <p:cNvSpPr>
            <a:spLocks xmlns:a="http://schemas.openxmlformats.org/drawingml/2006/main" noGrp="1"/>
          </p:cNvSpPr>
          <p:nvPr/>
        </p:nvSpPr>
        <p:spPr>
          <a:xfrm xmlns:a="http://schemas.openxmlformats.org/drawingml/2006/main">
            <a:off x="989493" y="1344162"/>
            <a:ext cx="10036309" cy="4864100"/>
          </a:xfrm>
          <a:prstGeom xmlns:a="http://schemas.openxmlformats.org/drawingml/2006/main" prst="roundRect">
            <a:avLst/>
          </a:prstGeom>
          <a:solidFill xmlns:a="http://schemas.openxmlformats.org/drawingml/2006/main">
            <a:srgbClr val="F8F6F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3" name="Content Placeholder 5">
            <a:extLst xmlns:a="http://schemas.openxmlformats.org/drawingml/2006/main">
              <a:ext uri="{FF2B5EF4-FFF2-40B4-BE49-F238E27FC236}">
                <a16:creationId xmlns:a16="http://schemas.microsoft.com/office/drawing/2014/main" id="{32BDDEF2-74D3-407F-8F8E-487756A2EAEC}"/>
              </a:ext>
            </a:extLst>
          </p:cNvPr>
          <p:cNvSpPr>
            <a:spLocks xmlns:a="http://schemas.openxmlformats.org/drawingml/2006/main" noGrp="1"/>
          </p:cNvSpPr>
          <p:nvPr>
            <p:ph idx="10"/>
          </p:nvPr>
        </p:nvSpPr>
        <p:spPr>
          <a:xfrm xmlns:a="http://schemas.openxmlformats.org/drawingml/2006/main">
            <a:off x="3164015" y="1990140"/>
            <a:ext cx="6937830" cy="3696458"/>
          </a:xfrm>
        </p:spPr>
        <p:txBody>
          <a:bodyPr xmlns:a="http://schemas.openxmlformats.org/drawingml/2006/main"/>
          <a:lstStyle xmlns:a="http://schemas.openxmlformats.org/drawingml/2006/main">
            <a:lvl1pPr algn="l">
              <a:lnSpc>
                <a:spcPct val="125000"/>
              </a:lnSpc>
              <a:spcBef>
                <a:spcPts val="0"/>
              </a:spcBef>
              <a:spcAft>
                <a:spcPts val="1400"/>
              </a:spcAft>
              <a:buNone/>
              <a:defRPr sz="2000" b="0">
                <a:solidFill>
                  <a:schemeClr val="tx2"/>
                </a:solidFill>
                <a:latin typeface="+mn-lt"/>
                <a:ea typeface="+mn-lt"/>
                <a:cs typeface="+mn-lt"/>
              </a:defRPr>
            </a:lvl1pPr>
            <a:lvl2pPr marL="466095" indent="-285750">
              <a:buNone/>
              <a:defRPr/>
            </a:lvl2pPr>
            <a:lvl3pPr>
              <a:buNone/>
              <a:defRPr sz="2000">
                <a:solidFill>
                  <a:schemeClr val="tx2"/>
                </a:solidFill>
                <a:latin typeface="+mn-lt"/>
                <a:ea typeface="+mn-lt"/>
                <a:cs typeface="+mn-lt"/>
              </a:defRPr>
            </a:lvl3pPr>
          </a:lstStyle>
          <a:p xmlns:a="http://schemas.openxmlformats.org/drawingml/2006/main">
            <a:pPr lvl="0">
              <a:buNone/>
            </a:pPr>
            <a:r>
              <a:t>Click to edit Master text styles</a:t>
            </a:r>
          </a:p>
          <a:p xmlns:a="http://schemas.openxmlformats.org/drawingml/2006/main">
            <a:pPr marL="360327" lvl="2" indent="-179982" algn="l">
              <a:lnSpc>
                <a:spcPct val="125000"/>
              </a:lnSpc>
              <a:spcBef>
                <a:spcPts val="700"/>
              </a:spcBef>
              <a:spcAft>
                <a:spcPct val="0"/>
              </a:spcAft>
              <a:buClr>
                <a:schemeClr val="accent2"/>
              </a:buClr>
              <a:buFontTx/>
              <a:buNone/>
            </a:pPr>
            <a:r>
              <a:t>Second level</a:t>
            </a:r>
          </a:p>
        </p:txBody>
      </p:sp>
      <p:pic>
        <p:nvPicPr>
          <p:cNvPr id="4" name="Picture 3">
            <a:extLst xmlns:a="http://schemas.openxmlformats.org/drawingml/2006/main">
              <a:ext uri="{FF2B5EF4-FFF2-40B4-BE49-F238E27FC236}">
                <a16:creationId xmlns:a16="http://schemas.microsoft.com/office/drawing/2014/main" id="{A6E835FA-EE39-4910-AB4C-312A0678D444}"/>
              </a:ext>
            </a:extLst>
          </p:cNvPr>
          <p:cNvPicPr>
            <a:picLocks xmlns:a="http://schemas.openxmlformats.org/drawingml/2006/main" noChangeAspect="1"/>
          </p:cNvPicPr>
          <p:nvPr/>
        </p:nvPicPr>
        <p:blipFill>
          <a:blip xmlns:r="http://schemas.openxmlformats.org/officeDocument/2006/relationships" xmlns:a="http://schemas.openxmlformats.org/drawingml/2006/main" r:embed="Rd3a3e5c798554538"/>
          <a:stretch xmlns:a="http://schemas.openxmlformats.org/drawingml/2006/main">
            <a:fillRect l="0" t="0" r="0" b="0"/>
          </a:stretch>
        </p:blipFill>
        <p:spPr>
          <a:xfrm xmlns:a="http://schemas.openxmlformats.org/drawingml/2006/main">
            <a:off x="205917" y="186138"/>
            <a:ext cx="2075247" cy="579360"/>
          </a:xfrm>
          <a:prstGeom xmlns:a="http://schemas.openxmlformats.org/drawingml/2006/main" prst="rect">
            <a:avLst/>
          </a:prstGeom>
        </p:spPr>
      </p:pic>
      <p:sp>
        <p:nvSpPr>
          <p:cNvPr id="5" name="Slide Number Placeholder 109">
            <a:extLst xmlns:a="http://schemas.openxmlformats.org/drawingml/2006/main">
              <a:ext uri="{FF2B5EF4-FFF2-40B4-BE49-F238E27FC236}">
                <a16:creationId xmlns:a16="http://schemas.microsoft.com/office/drawing/2014/main" id="{CD5A6129-3EB7-C2EF-13CC-93174B774994}"/>
              </a:ext>
            </a:extLst>
          </p:cNvPr>
          <p:cNvSpPr>
            <a:spLocks xmlns:a="http://schemas.openxmlformats.org/drawingml/2006/main" noGrp="1"/>
          </p:cNvSpPr>
          <p:nvPr/>
        </p:nvSpPr>
        <p:spPr>
          <a:xfrm xmlns:a="http://schemas.openxmlformats.org/drawingml/2006/main">
            <a:off x="11426179" y="6454131"/>
            <a:ext cx="260424" cy="123111"/>
          </a:xfrm>
          <a:prstGeom xmlns:a="http://schemas.openxmlformats.org/drawingml/2006/main" prst="rect">
            <a:avLst/>
          </a:prstGeom>
        </p:spPr>
        <p:txBody>
          <a:bodyPr xmlns:a="http://schemas.openxmlformats.org/drawingml/2006/main" vert="horz" wrap="square" lIns="0" tIns="0" rIns="0" bIns="0" anchor="t">
            <a:spAutoFit/>
          </a:bodyPr>
          <a:lstStyle xmlns:a="http://schemas.openxmlformats.org/drawingml/2006/main">
            <a:lvl1pPr algn="r">
              <a:buNone/>
              <a:defRPr sz="1400">
                <a:solidFill>
                  <a:srgbClr val="FF0000"/>
                </a:solidFill>
                <a:latin typeface="+mn-lt"/>
                <a:ea typeface="+mn-lt"/>
                <a:cs typeface="+mn-lt"/>
              </a:defRPr>
            </a:lvl1pPr>
          </a:lstStyle>
          <a:p xmlns:a="http://schemas.openxmlformats.org/drawingml/2006/main">
            <a:pPr marL="0" marR="0" lvl="0" indent="0" algn="r" defTabSz="914309">
              <a:lnSpc>
                <a:spcPct val="100000"/>
              </a:lnSpc>
              <a:spcBef>
                <a:spcPct val="0"/>
              </a:spcBef>
              <a:spcAft>
                <a:spcPct val="0"/>
              </a:spcAft>
              <a:buClrTx/>
              <a:buSzTx/>
              <a:buFontTx/>
              <a:buNone/>
            </a:pPr>
            <a:fld id="{FB8A8675-40C0-40D2-8FCE-EA4A25F48F18}" type="slidenum">
              <a:rPr sz="800" b="0" i="0" u="none" strike="noStrike" cap="none" spc="0" baseline="0">
                <a:ln>
                  <a:noFill/>
                </a:ln>
                <a:solidFill>
                  <a:schemeClr val="tx2"/>
                </a:solidFill>
                <a:latin typeface="+mn-lt"/>
                <a:ea typeface="+mn-lt"/>
                <a:cs typeface="+mn-lt"/>
              </a:rPr>
              <a:t>‹#›</a:t>
            </a:fld>
            <a:endParaRPr sz="800" b="0" i="0" u="none" strike="noStrike" kern="1200" cap="none" spc="0" baseline="0">
              <a:ln>
                <a:noFill/>
              </a:ln>
              <a:solidFill>
                <a:schemeClr val="tx2"/>
              </a:solidFill>
              <a:latin typeface="+mn-lt"/>
              <a:ea typeface="+mn-lt"/>
              <a:cs typeface="+mn-lt"/>
            </a:endParaRPr>
          </a:p>
        </p:txBody>
      </p:sp>
      <p:sp>
        <p:nvSpPr>
          <p:cNvPr id="40" name="Title 3">
            <a:extLst xmlns:a="http://schemas.openxmlformats.org/drawingml/2006/main">
              <a:ext uri="{FF2B5EF4-FFF2-40B4-BE49-F238E27FC236}">
                <a16:creationId xmlns:a16="http://schemas.microsoft.com/office/drawing/2014/main" id="{5AF3534B-A4B2-BD34-5235-AAC58700E200}"/>
              </a:ext>
            </a:extLst>
          </p:cNvPr>
          <p:cNvSpPr>
            <a:spLocks xmlns:a="http://schemas.openxmlformats.org/drawingml/2006/main" noGrp="1"/>
          </p:cNvSpPr>
          <p:nvPr>
            <p:ph type="title" idx="0"/>
          </p:nvPr>
        </p:nvSpPr>
        <p:spPr>
          <a:xfrm xmlns:a="http://schemas.openxmlformats.org/drawingml/2006/main">
            <a:off x="2355273" y="282346"/>
            <a:ext cx="8541660" cy="378402"/>
          </a:xfrm>
        </p:spPr>
        <p:txBody>
          <a:bodyPr xmlns:a="http://schemas.openxmlformats.org/drawingml/2006/main" anchor="ctr"/>
          <a:lstStyle xmlns:a="http://schemas.openxmlformats.org/drawingml/2006/main">
            <a:lvl1pPr algn="l">
              <a:buNone/>
              <a:defRPr sz="2400"/>
            </a:lvl1pPr>
          </a:lstStyle>
          <a:p xmlns:a="http://schemas.openxmlformats.org/drawingml/2006/main">
            <a:r>
              <a:t>Click to edit Master title style</a:t>
            </a:r>
            <a:endParaRPr/>
          </a:p>
        </p:txBody>
      </p:sp>
      <p:pic>
        <p:nvPicPr>
          <p:cNvPr id="33" name="Picture 32">
            <a:extLst xmlns:a="http://schemas.openxmlformats.org/drawingml/2006/main">
              <a:ext uri="{FF2B5EF4-FFF2-40B4-BE49-F238E27FC236}">
                <a16:creationId xmlns:a16="http://schemas.microsoft.com/office/drawing/2014/main" id="{052CE4BF-37EA-4596-8EE2-0C6EC7F6BCFC}"/>
              </a:ext>
            </a:extLst>
          </p:cNvPr>
          <p:cNvPicPr>
            <a:picLocks xmlns:a="http://schemas.openxmlformats.org/drawingml/2006/main" noChangeAspect="1"/>
          </p:cNvPicPr>
          <p:nvPr/>
        </p:nvPicPr>
        <p:blipFill>
          <a:blip xmlns:r="http://schemas.openxmlformats.org/officeDocument/2006/relationships" xmlns:a="http://schemas.openxmlformats.org/drawingml/2006/main" r:embed="Ra6429f5614734335"/>
          <a:stretch xmlns:a="http://schemas.openxmlformats.org/drawingml/2006/main">
            <a:fillRect l="0" t="0" r="0" b="0"/>
          </a:stretch>
        </p:blipFill>
        <p:spPr>
          <a:xfrm xmlns:a="http://schemas.openxmlformats.org/drawingml/2006/main" rot="18907040" flipH="0" flipV="0">
            <a:off x="-246480" y="2577939"/>
            <a:ext cx="2419119" cy="2396546"/>
          </a:xfrm>
          <a:prstGeom xmlns:a="http://schemas.openxmlformats.org/drawingml/2006/main" prst="rect">
            <a:avLst/>
          </a:prstGeom>
        </p:spPr>
      </p:pic>
      <p:sp>
        <p:nvSpPr>
          <p:cNvPr id="65" name="Rectangle 64">
            <a:extLst xmlns:a="http://schemas.openxmlformats.org/drawingml/2006/main">
              <a:ext uri="{FF2B5EF4-FFF2-40B4-BE49-F238E27FC236}">
                <a16:creationId xmlns:a16="http://schemas.microsoft.com/office/drawing/2014/main" id="{0C68CD2F-6AD1-BF3A-F92F-01C8B6EC7A0A}"/>
              </a:ext>
            </a:extLst>
          </p:cNvPr>
          <p:cNvSpPr>
            <a:spLocks xmlns:a="http://schemas.openxmlformats.org/drawingml/2006/main" noGrp="1"/>
          </p:cNvSpPr>
          <p:nvPr/>
        </p:nvSpPr>
        <p:spPr>
          <a:xfrm xmlns:a="http://schemas.openxmlformats.org/drawingml/2006/main" rot="0" flipH="0" flipV="0">
            <a:off x="458539" y="3222169"/>
            <a:ext cx="315295" cy="130699"/>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6" name="Rectangle 65">
            <a:extLst xmlns:a="http://schemas.openxmlformats.org/drawingml/2006/main">
              <a:ext uri="{FF2B5EF4-FFF2-40B4-BE49-F238E27FC236}">
                <a16:creationId xmlns:a16="http://schemas.microsoft.com/office/drawing/2014/main" id="{7677DA45-008F-3A56-E2FC-E3506E64791F}"/>
              </a:ext>
            </a:extLst>
          </p:cNvPr>
          <p:cNvSpPr>
            <a:spLocks xmlns:a="http://schemas.openxmlformats.org/drawingml/2006/main" noGrp="1"/>
          </p:cNvSpPr>
          <p:nvPr/>
        </p:nvSpPr>
        <p:spPr>
          <a:xfrm xmlns:a="http://schemas.openxmlformats.org/drawingml/2006/main" rot="0" flipH="0" flipV="0">
            <a:off x="458538" y="3436712"/>
            <a:ext cx="931555" cy="147055"/>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7" name="Rectangle 66">
            <a:extLst xmlns:a="http://schemas.openxmlformats.org/drawingml/2006/main">
              <a:ext uri="{FF2B5EF4-FFF2-40B4-BE49-F238E27FC236}">
                <a16:creationId xmlns:a16="http://schemas.microsoft.com/office/drawing/2014/main" id="{1217C7DE-6BF3-083A-CF1A-52B33BEF51ED}"/>
              </a:ext>
            </a:extLst>
          </p:cNvPr>
          <p:cNvSpPr>
            <a:spLocks xmlns:a="http://schemas.openxmlformats.org/drawingml/2006/main" noGrp="1"/>
          </p:cNvSpPr>
          <p:nvPr/>
        </p:nvSpPr>
        <p:spPr>
          <a:xfrm xmlns:a="http://schemas.openxmlformats.org/drawingml/2006/main" rot="0" flipH="0" flipV="0">
            <a:off x="458538" y="3667611"/>
            <a:ext cx="931555" cy="147055"/>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8" name="Rectangle 67">
            <a:extLst xmlns:a="http://schemas.openxmlformats.org/drawingml/2006/main">
              <a:ext uri="{FF2B5EF4-FFF2-40B4-BE49-F238E27FC236}">
                <a16:creationId xmlns:a16="http://schemas.microsoft.com/office/drawing/2014/main" id="{7F424BBB-A41B-9F98-A3AE-C6AF585951AC}"/>
              </a:ext>
            </a:extLst>
          </p:cNvPr>
          <p:cNvSpPr>
            <a:spLocks xmlns:a="http://schemas.openxmlformats.org/drawingml/2006/main" noGrp="1"/>
          </p:cNvSpPr>
          <p:nvPr/>
        </p:nvSpPr>
        <p:spPr>
          <a:xfrm xmlns:a="http://schemas.openxmlformats.org/drawingml/2006/main" rot="0" flipH="0" flipV="0">
            <a:off x="458538" y="3897548"/>
            <a:ext cx="979327" cy="147055"/>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9" name="Rectangle 68">
            <a:extLst xmlns:a="http://schemas.openxmlformats.org/drawingml/2006/main">
              <a:ext uri="{FF2B5EF4-FFF2-40B4-BE49-F238E27FC236}">
                <a16:creationId xmlns:a16="http://schemas.microsoft.com/office/drawing/2014/main" id="{5127310C-93BC-250E-9582-525A839E90E7}"/>
              </a:ext>
            </a:extLst>
          </p:cNvPr>
          <p:cNvSpPr>
            <a:spLocks xmlns:a="http://schemas.openxmlformats.org/drawingml/2006/main" noGrp="1"/>
          </p:cNvSpPr>
          <p:nvPr/>
        </p:nvSpPr>
        <p:spPr>
          <a:xfrm xmlns:a="http://schemas.openxmlformats.org/drawingml/2006/main" rot="0" flipH="0" flipV="0">
            <a:off x="458538" y="4127485"/>
            <a:ext cx="995251" cy="230898"/>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1" name="Rectangle 60">
            <a:extLst xmlns:a="http://schemas.openxmlformats.org/drawingml/2006/main">
              <a:ext uri="{FF2B5EF4-FFF2-40B4-BE49-F238E27FC236}">
                <a16:creationId xmlns:a16="http://schemas.microsoft.com/office/drawing/2014/main" id="{AA6D9E35-484A-F739-278B-CF415A0705FE}"/>
              </a:ext>
            </a:extLst>
          </p:cNvPr>
          <p:cNvSpPr>
            <a:spLocks xmlns:a="http://schemas.openxmlformats.org/drawingml/2006/main" noGrp="1"/>
          </p:cNvSpPr>
          <p:nvPr/>
        </p:nvSpPr>
        <p:spPr>
          <a:xfrm xmlns:a="http://schemas.openxmlformats.org/drawingml/2006/main" rot="0" flipH="0" flipV="0">
            <a:off x="353699" y="3317853"/>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63" name="Oval 62">
            <a:extLst xmlns:a="http://schemas.openxmlformats.org/drawingml/2006/main">
              <a:ext uri="{FF2B5EF4-FFF2-40B4-BE49-F238E27FC236}">
                <a16:creationId xmlns:a16="http://schemas.microsoft.com/office/drawing/2014/main" id="{03EE6713-60C9-C57C-BC0B-362541290474}"/>
              </a:ext>
            </a:extLst>
          </p:cNvPr>
          <p:cNvSpPr>
            <a:spLocks xmlns:a="http://schemas.openxmlformats.org/drawingml/2006/main" noGrp="1"/>
          </p:cNvSpPr>
          <p:nvPr/>
        </p:nvSpPr>
        <p:spPr>
          <a:xfrm xmlns:a="http://schemas.openxmlformats.org/drawingml/2006/main" rot="0" flipH="0" flipV="0">
            <a:off x="362726" y="3327900"/>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64" name="Graphic 63">
            <a:extLst xmlns:a="http://schemas.openxmlformats.org/drawingml/2006/main">
              <a:ext uri="{FF2B5EF4-FFF2-40B4-BE49-F238E27FC236}">
                <a16:creationId xmlns:a16="http://schemas.microsoft.com/office/drawing/2014/main" id="{605442E8-45FE-428A-8DD7-1B54718572B1}"/>
              </a:ext>
            </a:extLst>
          </p:cNvPr>
          <p:cNvPicPr>
            <a:picLocks xmlns:a="http://schemas.openxmlformats.org/drawingml/2006/main" noChangeAspect="1"/>
          </p:cNvPicPr>
          <p:nvPr/>
        </p:nvPicPr>
        <p:blipFill>
          <a:blip xmlns:r="http://schemas.openxmlformats.org/officeDocument/2006/relationships" xmlns:a="http://schemas.openxmlformats.org/drawingml/2006/main" r:embed="Rf8e2bb5146f04dba">
            <a:extLst>
              <a:ext uri="{96DAC541-7B7A-43D3-8B79-37D633B846F1}">
                <asvg:svgBlip xmlns:asvg="http://schemas.microsoft.com/office/drawing/2016/SVG/main" r:embed="Rfa8138abc6434259"/>
              </a:ext>
            </a:extLst>
          </a:blip>
          <a:srcRect xmlns:a="http://schemas.openxmlformats.org/drawingml/2006/main" l="25604" t="26041" r="27357" b="26042"/>
          <a:stretch xmlns:a="http://schemas.openxmlformats.org/drawingml/2006/main"/>
        </p:blipFill>
        <p:spPr>
          <a:xfrm xmlns:a="http://schemas.openxmlformats.org/drawingml/2006/main" rot="0" flipH="0" flipV="0">
            <a:off x="372746" y="3336927"/>
            <a:ext cx="106348" cy="108333"/>
          </a:xfrm>
          <a:prstGeom xmlns:a="http://schemas.openxmlformats.org/drawingml/2006/main" prst="flowChartConnector">
            <a:avLst/>
          </a:prstGeom>
        </p:spPr>
      </p:pic>
      <p:sp>
        <p:nvSpPr>
          <p:cNvPr id="57" name="Rectangle 56">
            <a:extLst xmlns:a="http://schemas.openxmlformats.org/drawingml/2006/main">
              <a:ext uri="{FF2B5EF4-FFF2-40B4-BE49-F238E27FC236}">
                <a16:creationId xmlns:a16="http://schemas.microsoft.com/office/drawing/2014/main" id="{66107567-9886-F905-50C0-C1EE2C5D732C}"/>
              </a:ext>
            </a:extLst>
          </p:cNvPr>
          <p:cNvSpPr>
            <a:spLocks xmlns:a="http://schemas.openxmlformats.org/drawingml/2006/main" noGrp="1"/>
          </p:cNvSpPr>
          <p:nvPr/>
        </p:nvSpPr>
        <p:spPr>
          <a:xfrm xmlns:a="http://schemas.openxmlformats.org/drawingml/2006/main" rot="0" flipH="0" flipV="0">
            <a:off x="353755" y="3548121"/>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59" name="Oval 58">
            <a:extLst xmlns:a="http://schemas.openxmlformats.org/drawingml/2006/main">
              <a:ext uri="{FF2B5EF4-FFF2-40B4-BE49-F238E27FC236}">
                <a16:creationId xmlns:a16="http://schemas.microsoft.com/office/drawing/2014/main" id="{7A546C33-C2D2-7EE8-AEFF-228C09604ABE}"/>
              </a:ext>
            </a:extLst>
          </p:cNvPr>
          <p:cNvSpPr>
            <a:spLocks xmlns:a="http://schemas.openxmlformats.org/drawingml/2006/main" noGrp="1"/>
          </p:cNvSpPr>
          <p:nvPr/>
        </p:nvSpPr>
        <p:spPr>
          <a:xfrm xmlns:a="http://schemas.openxmlformats.org/drawingml/2006/main" rot="0" flipH="0" flipV="0">
            <a:off x="362782" y="3558168"/>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60" name="Graphic 59">
            <a:extLst xmlns:a="http://schemas.openxmlformats.org/drawingml/2006/main">
              <a:ext uri="{FF2B5EF4-FFF2-40B4-BE49-F238E27FC236}">
                <a16:creationId xmlns:a16="http://schemas.microsoft.com/office/drawing/2014/main" id="{38914EDF-EAE9-4EBD-BB75-95E5AB0FEACF}"/>
              </a:ext>
            </a:extLst>
          </p:cNvPr>
          <p:cNvPicPr>
            <a:picLocks xmlns:a="http://schemas.openxmlformats.org/drawingml/2006/main" noChangeAspect="1"/>
          </p:cNvPicPr>
          <p:nvPr/>
        </p:nvPicPr>
        <p:blipFill>
          <a:blip xmlns:r="http://schemas.openxmlformats.org/officeDocument/2006/relationships" xmlns:a="http://schemas.openxmlformats.org/drawingml/2006/main" r:embed="Rf8e2bb5146f04dba">
            <a:extLst>
              <a:ext uri="{96DAC541-7B7A-43D3-8B79-37D633B846F1}">
                <asvg:svgBlip xmlns:asvg="http://schemas.microsoft.com/office/drawing/2016/SVG/main" r:embed="Rfa8138abc6434259"/>
              </a:ext>
            </a:extLst>
          </a:blip>
          <a:srcRect xmlns:a="http://schemas.openxmlformats.org/drawingml/2006/main" l="25604" t="26041" r="27357" b="26042"/>
          <a:stretch xmlns:a="http://schemas.openxmlformats.org/drawingml/2006/main"/>
        </p:blipFill>
        <p:spPr>
          <a:xfrm xmlns:a="http://schemas.openxmlformats.org/drawingml/2006/main" rot="0" flipH="0" flipV="0">
            <a:off x="372802" y="3567195"/>
            <a:ext cx="106348" cy="108333"/>
          </a:xfrm>
          <a:prstGeom xmlns:a="http://schemas.openxmlformats.org/drawingml/2006/main" prst="flowChartConnector">
            <a:avLst/>
          </a:prstGeom>
        </p:spPr>
      </p:pic>
      <p:sp>
        <p:nvSpPr>
          <p:cNvPr id="53" name="Rectangle 52">
            <a:extLst xmlns:a="http://schemas.openxmlformats.org/drawingml/2006/main">
              <a:ext uri="{FF2B5EF4-FFF2-40B4-BE49-F238E27FC236}">
                <a16:creationId xmlns:a16="http://schemas.microsoft.com/office/drawing/2014/main" id="{532988A1-EAF5-FAE8-D750-2A2C41801FE9}"/>
              </a:ext>
            </a:extLst>
          </p:cNvPr>
          <p:cNvSpPr>
            <a:spLocks xmlns:a="http://schemas.openxmlformats.org/drawingml/2006/main" noGrp="1"/>
          </p:cNvSpPr>
          <p:nvPr/>
        </p:nvSpPr>
        <p:spPr>
          <a:xfrm xmlns:a="http://schemas.openxmlformats.org/drawingml/2006/main" rot="0" flipH="0" flipV="0">
            <a:off x="353699" y="3780033"/>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55" name="Oval 54">
            <a:extLst xmlns:a="http://schemas.openxmlformats.org/drawingml/2006/main">
              <a:ext uri="{FF2B5EF4-FFF2-40B4-BE49-F238E27FC236}">
                <a16:creationId xmlns:a16="http://schemas.microsoft.com/office/drawing/2014/main" id="{610829B5-3E62-3BDC-21CC-F0221A691AAC}"/>
              </a:ext>
            </a:extLst>
          </p:cNvPr>
          <p:cNvSpPr>
            <a:spLocks xmlns:a="http://schemas.openxmlformats.org/drawingml/2006/main" noGrp="1"/>
          </p:cNvSpPr>
          <p:nvPr/>
        </p:nvSpPr>
        <p:spPr>
          <a:xfrm xmlns:a="http://schemas.openxmlformats.org/drawingml/2006/main" rot="0" flipH="0" flipV="0">
            <a:off x="362726" y="3790080"/>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56" name="Graphic 55">
            <a:extLst xmlns:a="http://schemas.openxmlformats.org/drawingml/2006/main">
              <a:ext uri="{FF2B5EF4-FFF2-40B4-BE49-F238E27FC236}">
                <a16:creationId xmlns:a16="http://schemas.microsoft.com/office/drawing/2014/main" id="{1C9D765F-65B5-4D86-B4B4-96D8EF80C0D0}"/>
              </a:ext>
            </a:extLst>
          </p:cNvPr>
          <p:cNvPicPr>
            <a:picLocks xmlns:a="http://schemas.openxmlformats.org/drawingml/2006/main" noChangeAspect="1"/>
          </p:cNvPicPr>
          <p:nvPr/>
        </p:nvPicPr>
        <p:blipFill>
          <a:blip xmlns:r="http://schemas.openxmlformats.org/officeDocument/2006/relationships" xmlns:a="http://schemas.openxmlformats.org/drawingml/2006/main" r:embed="Rf8e2bb5146f04dba">
            <a:extLst>
              <a:ext uri="{96DAC541-7B7A-43D3-8B79-37D633B846F1}">
                <asvg:svgBlip xmlns:asvg="http://schemas.microsoft.com/office/drawing/2016/SVG/main" r:embed="Rfa8138abc6434259"/>
              </a:ext>
            </a:extLst>
          </a:blip>
          <a:srcRect xmlns:a="http://schemas.openxmlformats.org/drawingml/2006/main" l="25604" t="26041" r="27357" b="26042"/>
          <a:stretch xmlns:a="http://schemas.openxmlformats.org/drawingml/2006/main"/>
        </p:blipFill>
        <p:spPr>
          <a:xfrm xmlns:a="http://schemas.openxmlformats.org/drawingml/2006/main" rot="0" flipH="0" flipV="0">
            <a:off x="372746" y="3799107"/>
            <a:ext cx="106348" cy="108333"/>
          </a:xfrm>
          <a:prstGeom xmlns:a="http://schemas.openxmlformats.org/drawingml/2006/main" prst="flowChartConnector">
            <a:avLst/>
          </a:prstGeom>
        </p:spPr>
      </p:pic>
      <p:sp>
        <p:nvSpPr>
          <p:cNvPr id="49" name="Rectangle 48">
            <a:extLst xmlns:a="http://schemas.openxmlformats.org/drawingml/2006/main">
              <a:ext uri="{FF2B5EF4-FFF2-40B4-BE49-F238E27FC236}">
                <a16:creationId xmlns:a16="http://schemas.microsoft.com/office/drawing/2014/main" id="{B53053E3-D54B-5CDF-AD6F-C17BBB37278F}"/>
              </a:ext>
            </a:extLst>
          </p:cNvPr>
          <p:cNvSpPr>
            <a:spLocks xmlns:a="http://schemas.openxmlformats.org/drawingml/2006/main" noGrp="1"/>
          </p:cNvSpPr>
          <p:nvPr/>
        </p:nvSpPr>
        <p:spPr>
          <a:xfrm xmlns:a="http://schemas.openxmlformats.org/drawingml/2006/main" rot="0" flipH="0" flipV="0">
            <a:off x="355367" y="4013821"/>
            <a:ext cx="162500" cy="144444"/>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sp>
        <p:nvSpPr>
          <p:cNvPr id="51" name="Oval 50">
            <a:extLst xmlns:a="http://schemas.openxmlformats.org/drawingml/2006/main">
              <a:ext uri="{FF2B5EF4-FFF2-40B4-BE49-F238E27FC236}">
                <a16:creationId xmlns:a16="http://schemas.microsoft.com/office/drawing/2014/main" id="{072F1D4C-F173-C90D-A410-58F73E8B0052}"/>
              </a:ext>
            </a:extLst>
          </p:cNvPr>
          <p:cNvSpPr>
            <a:spLocks xmlns:a="http://schemas.openxmlformats.org/drawingml/2006/main" noGrp="1"/>
          </p:cNvSpPr>
          <p:nvPr/>
        </p:nvSpPr>
        <p:spPr>
          <a:xfrm xmlns:a="http://schemas.openxmlformats.org/drawingml/2006/main" rot="0" flipH="0" flipV="0">
            <a:off x="364394" y="4023868"/>
            <a:ext cx="126389" cy="126389"/>
          </a:xfrm>
          <a:prstGeom xmlns:a="http://schemas.openxmlformats.org/drawingml/2006/main" prst="ellipse">
            <a:avLst/>
          </a:prstGeom>
          <a:solidFill xmlns:a="http://schemas.openxmlformats.org/drawingml/2006/main">
            <a:schemeClr val="bg1"/>
          </a:solidFill>
          <a:ln xmlns:a="http://schemas.openxmlformats.org/drawingml/2006/main">
            <a:solidFill>
              <a:schemeClr val="bg1"/>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marL="0" marR="0" lvl="0" indent="0" algn="ctr" defTabSz="914400">
              <a:lnSpc>
                <a:spcPct val="100000"/>
              </a:lnSpc>
              <a:spcBef>
                <a:spcPct val="0"/>
              </a:spcBef>
              <a:spcAft>
                <a:spcPct val="0"/>
              </a:spcAft>
              <a:buClrTx/>
              <a:buSzTx/>
              <a:buFontTx/>
              <a:buNone/>
            </a:pPr>
            <a:endParaRPr sz="1800" b="0" i="0" u="none" strike="noStrike" kern="1200" cap="none" spc="0" baseline="0">
              <a:ln>
                <a:noFill/>
              </a:ln>
              <a:solidFill>
                <a:srgbClr val="FFFFFF"/>
              </a:solidFill>
              <a:latin typeface="Amalia"/>
              <a:ea typeface="Amalia"/>
              <a:cs typeface="Amalia"/>
            </a:endParaRPr>
          </a:p>
        </p:txBody>
      </p:sp>
      <p:pic>
        <p:nvPicPr>
          <p:cNvPr id="52" name="Graphic 51">
            <a:extLst xmlns:a="http://schemas.openxmlformats.org/drawingml/2006/main">
              <a:ext uri="{FF2B5EF4-FFF2-40B4-BE49-F238E27FC236}">
                <a16:creationId xmlns:a16="http://schemas.microsoft.com/office/drawing/2014/main" id="{18B27149-CB0D-4EBF-BF94-3081F35AB82D}"/>
              </a:ext>
            </a:extLst>
          </p:cNvPr>
          <p:cNvPicPr>
            <a:picLocks xmlns:a="http://schemas.openxmlformats.org/drawingml/2006/main" noChangeAspect="1"/>
          </p:cNvPicPr>
          <p:nvPr/>
        </p:nvPicPr>
        <p:blipFill>
          <a:blip xmlns:r="http://schemas.openxmlformats.org/officeDocument/2006/relationships" xmlns:a="http://schemas.openxmlformats.org/drawingml/2006/main" r:embed="Rf8e2bb5146f04dba">
            <a:extLst>
              <a:ext uri="{96DAC541-7B7A-43D3-8B79-37D633B846F1}">
                <asvg:svgBlip xmlns:asvg="http://schemas.microsoft.com/office/drawing/2016/SVG/main" r:embed="Rfa8138abc6434259"/>
              </a:ext>
            </a:extLst>
          </a:blip>
          <a:srcRect xmlns:a="http://schemas.openxmlformats.org/drawingml/2006/main" l="25604" t="26041" r="27357" b="26042"/>
          <a:stretch xmlns:a="http://schemas.openxmlformats.org/drawingml/2006/main"/>
        </p:blipFill>
        <p:spPr>
          <a:xfrm xmlns:a="http://schemas.openxmlformats.org/drawingml/2006/main" rot="0" flipH="0" flipV="0">
            <a:off x="374414" y="4032895"/>
            <a:ext cx="106348" cy="108333"/>
          </a:xfrm>
          <a:prstGeom xmlns:a="http://schemas.openxmlformats.org/drawingml/2006/main" prst="flowChartConnector">
            <a:avLst/>
          </a:prstGeom>
        </p:spPr>
      </p:pic>
      <p:pic>
        <p:nvPicPr>
          <p:cNvPr id="43" name="Picture 42">
            <a:extLst xmlns:a="http://schemas.openxmlformats.org/drawingml/2006/main">
              <a:ext uri="{FF2B5EF4-FFF2-40B4-BE49-F238E27FC236}">
                <a16:creationId xmlns:a16="http://schemas.microsoft.com/office/drawing/2014/main" id="{4B5B4745-459C-4D78-BB8B-1F7D3A4E79A1}"/>
              </a:ext>
            </a:extLst>
          </p:cNvPr>
          <p:cNvPicPr>
            <a:picLocks xmlns:a="http://schemas.openxmlformats.org/drawingml/2006/main" noChangeAspect="1"/>
          </p:cNvPicPr>
          <p:nvPr/>
        </p:nvPicPr>
        <p:blipFill>
          <a:blip xmlns:r="http://schemas.openxmlformats.org/officeDocument/2006/relationships" xmlns:a="http://schemas.openxmlformats.org/drawingml/2006/main" r:embed="R6b83d3c54e0d4364"/>
          <a:stretch xmlns:a="http://schemas.openxmlformats.org/drawingml/2006/main">
            <a:fillRect l="0" t="0" r="0" b="0"/>
          </a:stretch>
        </p:blipFill>
        <p:spPr>
          <a:xfrm xmlns:a="http://schemas.openxmlformats.org/drawingml/2006/main" rot="18871541" flipH="0" flipV="0">
            <a:off x="1375411" y="3759890"/>
            <a:ext cx="841934" cy="845832"/>
          </a:xfrm>
          <a:prstGeom xmlns:a="http://schemas.openxmlformats.org/drawingml/2006/main" prst="rect">
            <a:avLst/>
          </a:prstGeom>
        </p:spPr>
      </p:pic>
      <p:sp>
        <p:nvSpPr>
          <p:cNvPr id="6" name="Freeform: Shape 5">
            <a:extLst xmlns:a="http://schemas.openxmlformats.org/drawingml/2006/main">
              <a:ext uri="{FF2B5EF4-FFF2-40B4-BE49-F238E27FC236}">
                <a16:creationId xmlns:a16="http://schemas.microsoft.com/office/drawing/2014/main" id="{230AA50B-DF4A-A93F-A043-F77A3188DBD1}"/>
              </a:ext>
            </a:extLst>
          </p:cNvPr>
          <p:cNvSpPr>
            <a:spLocks xmlns:a="http://schemas.openxmlformats.org/drawingml/2006/main" noGrp="1"/>
          </p:cNvSpPr>
          <p:nvPr/>
        </p:nvSpPr>
        <p:spPr>
          <a:xfrm xmlns:a="http://schemas.openxmlformats.org/drawingml/2006/main">
            <a:off x="11025802" y="0"/>
            <a:ext cx="1169373" cy="6859588"/>
          </a:xfrm>
          <a:custGeom xmlns:a="http://schemas.openxmlformats.org/drawingml/2006/main">
            <a:gdLst>
              <a:gd name="csX0" fmla="*/ 402166 w 1169373"/>
              <a:gd name="csY0" fmla="*/ 0 h 6859588"/>
              <a:gd name="csX1" fmla="*/ 500808 w 1169373"/>
              <a:gd name="csY1" fmla="*/ 0 h 6859588"/>
              <a:gd name="csX2" fmla="*/ 1003196 w 1169373"/>
              <a:gd name="csY2" fmla="*/ 0 h 6859588"/>
              <a:gd name="csX3" fmla="*/ 1169373 w 1169373"/>
              <a:gd name="csY3" fmla="*/ 0 h 6859588"/>
              <a:gd name="csX4" fmla="*/ 1169373 w 1169373"/>
              <a:gd name="csY4" fmla="*/ 6859588 h 6859588"/>
              <a:gd name="csX5" fmla="*/ 1003196 w 1169373"/>
              <a:gd name="csY5" fmla="*/ 6859588 h 6859588"/>
              <a:gd name="csX6" fmla="*/ 500808 w 1169373"/>
              <a:gd name="csY6" fmla="*/ 6859588 h 6859588"/>
              <a:gd name="csX7" fmla="*/ 0 w 1169373"/>
              <a:gd name="csY7" fmla="*/ 6859588 h 6859588"/>
              <a:gd name="csX8" fmla="*/ 297509 w 1169373"/>
              <a:gd name="csY8" fmla="*/ 6547210 h 6859588"/>
              <a:gd name="csX9" fmla="*/ 399788 w 1169373"/>
              <a:gd name="csY9" fmla="*/ 6344898 h 6859588"/>
              <a:gd name="csX10" fmla="*/ 402166 w 1169373"/>
              <a:gd name="csY10" fmla="*/ 0 h 6859588"/>
            </a:gdLst>
            <a:rect l="l" t="t" r="r" b="b"/>
            <a:pathLst>
              <a:path w="1169373" h="6859588">
                <a:moveTo>
                  <a:pt x="402166" y="0"/>
                </a:moveTo>
                <a:lnTo>
                  <a:pt x="500808" y="0"/>
                </a:lnTo>
                <a:lnTo>
                  <a:pt x="1003196" y="0"/>
                </a:lnTo>
                <a:lnTo>
                  <a:pt x="1169373" y="0"/>
                </a:lnTo>
                <a:lnTo>
                  <a:pt x="1169373" y="6859588"/>
                </a:lnTo>
                <a:lnTo>
                  <a:pt x="1003196" y="6859588"/>
                </a:lnTo>
                <a:lnTo>
                  <a:pt x="500808" y="6859588"/>
                </a:lnTo>
                <a:lnTo>
                  <a:pt x="0" y="6859588"/>
                </a:lnTo>
                <a:lnTo>
                  <a:pt x="297509" y="6547210"/>
                </a:lnTo>
                <a:cubicBezTo>
                  <a:pt x="361807" y="6480608"/>
                  <a:pt x="399729" y="6394128"/>
                  <a:pt x="399788" y="6344898"/>
                </a:cubicBezTo>
                <a:cubicBezTo>
                  <a:pt x="398083" y="6046753"/>
                  <a:pt x="403871" y="298145"/>
                  <a:pt x="402166" y="0"/>
                </a:cubicBezTo>
                <a:close/>
              </a:path>
            </a:pathLst>
          </a:custGeom>
          <a:solidFill xmlns:a="http://schemas.openxmlformats.org/drawingml/2006/main">
            <a:schemeClr val="accent4">
              <a:lumMod val="50000"/>
            </a:schemeClr>
          </a:solidFill>
          <a:ln xmlns:a="http://schemas.openxmlformats.org/drawingml/2006/main">
            <a:solidFill>
              <a:schemeClr val="accent4">
                <a:lumMod val="50000"/>
              </a:schemeClr>
            </a:solid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p>
        </p:txBody>
      </p:sp>
      <p:pic>
        <p:nvPicPr>
          <p:cNvPr id="11" name="Picture 10">
            <a:extLst xmlns:a="http://schemas.openxmlformats.org/drawingml/2006/main">
              <a:ext uri="{FF2B5EF4-FFF2-40B4-BE49-F238E27FC236}">
                <a16:creationId xmlns:a16="http://schemas.microsoft.com/office/drawing/2014/main" id="{03F0D5F4-102B-4217-8E49-D92B277F481C}"/>
              </a:ext>
            </a:extLst>
          </p:cNvPr>
          <p:cNvPicPr>
            <a:picLocks xmlns:a="http://schemas.openxmlformats.org/drawingml/2006/main" noChangeAspect="1"/>
          </p:cNvPicPr>
          <p:nvPr/>
        </p:nvPicPr>
        <p:blipFill>
          <a:blip xmlns:r="http://schemas.openxmlformats.org/officeDocument/2006/relationships" xmlns:a="http://schemas.openxmlformats.org/drawingml/2006/main" r:embed="R01f3e3f4c81e492a"/>
          <a:srcRect xmlns:a="http://schemas.openxmlformats.org/drawingml/2006/main" l="6604" t="0" r="3435" b="0"/>
          <a:stretch xmlns:a="http://schemas.openxmlformats.org/drawingml/2006/main"/>
        </p:blipFill>
        <p:spPr>
          <a:xfrm xmlns:a="http://schemas.openxmlformats.org/drawingml/2006/main">
            <a:off x="10936942" y="5902252"/>
            <a:ext cx="1122600" cy="786542"/>
          </a:xfrm>
          <a:prstGeom xmlns:a="http://schemas.openxmlformats.org/drawingml/2006/main" prst="roundRect">
            <a:avLst>
              <a:gd name="adj" fmla="val 9137"/>
            </a:avLst>
          </a:prstGeom>
        </p:spPr>
      </p:pic>
    </p:spTree>
  </p:cSld>
</p:sldLayout>
</file>

<file path=ppt/slideLayouts/slideLayout18.xml><?xml version="1.0" encoding="utf-8"?>
<p:sldLayout xmlns:p="http://schemas.openxmlformats.org/presentationml/2006/main" showMasterSp="0" preserve="1" userDrawn="1">
  <p:cSld name="20_Sign_Off_1">
    <p:bg>
      <p:bgPr>
        <a:solidFill xmlns:a="http://schemas.openxmlformats.org/drawingml/2006/main">
          <a:schemeClr val="bg1"/>
        </a:solidFill>
      </p:bgPr>
    </p:bg>
    <p:spTree>
      <p:nvGrpSpPr>
        <p:cNvPr id="1" name=""/>
        <p:cNvGrpSpPr/>
        <p:nvPr/>
      </p:nvGrpSpPr>
      <p:grpSpPr>
        <a:xfrm xmlns:a="http://schemas.openxmlformats.org/drawingml/2006/main"/>
      </p:grpSpPr>
      <p:sp>
        <p:nvSpPr>
          <p:cNvPr id="7" name="Freeform 7">
            <a:extLst xmlns:a="http://schemas.openxmlformats.org/drawingml/2006/main">
              <a:ext uri="{FF2B5EF4-FFF2-40B4-BE49-F238E27FC236}">
                <a16:creationId xmlns:a16="http://schemas.microsoft.com/office/drawing/2014/main" id="{321CDB0F-D01B-1B68-C6EC-D7632C050F09}"/>
              </a:ext>
            </a:extLst>
          </p:cNvPr>
          <p:cNvSpPr>
            <a:spLocks xmlns:a="http://schemas.openxmlformats.org/drawingml/2006/main" noGrp="1"/>
          </p:cNvSpPr>
          <p:nvPr/>
        </p:nvSpPr>
        <p:spPr>
          <a:xfrm xmlns:a="http://schemas.openxmlformats.org/drawingml/2006/main" flipH="1">
            <a:off x="4909745" y="0"/>
            <a:ext cx="7300547" cy="4787900"/>
          </a:xfrm>
          <a:custGeom xmlns:a="http://schemas.openxmlformats.org/drawingml/2006/main">
            <a:rect l="l" t="t" r="r" b="b"/>
            <a:pathLst>
              <a:path w="9425227" h="9653398">
                <a:moveTo>
                  <a:pt x="0" y="0"/>
                </a:moveTo>
                <a:lnTo>
                  <a:pt x="9425227" y="0"/>
                </a:lnTo>
                <a:lnTo>
                  <a:pt x="9425227" y="9653399"/>
                </a:lnTo>
                <a:lnTo>
                  <a:pt x="0" y="9653399"/>
                </a:lnTo>
                <a:lnTo>
                  <a:pt x="0" y="0"/>
                </a:lnTo>
                <a:close/>
              </a:path>
            </a:pathLst>
          </a:custGeom>
          <a:blipFill xmlns:a="http://schemas.openxmlformats.org/drawingml/2006/main">
            <a:blip xmlns:r="http://schemas.openxmlformats.org/officeDocument/2006/relationships" r:embed="R98892fd078ae44b8">
              <a:alphaModFix amt="60000"/>
              <a:extLst>
                <a:ext uri="{96DAC541-7B7A-43D3-8B79-37D633B846F1}">
                  <asvg:svgBlip xmlns:asvg="http://schemas.microsoft.com/office/drawing/2016/SVG/main" r:embed="R0c633af634ea4c6c"/>
                </a:ext>
              </a:extLst>
            </a:blip>
            <a:stretch>
              <a:fillRect l="-40231" t="-43892" r="16951" b="10832"/>
            </a:stretch>
          </a:blipFill>
        </p:spPr>
        <p:txBody>
          <a:bodyPr xmlns:a="http://schemas.openxmlformats.org/drawingml/2006/main"/>
          <a:lstStyle xmlns:a="http://schemas.openxmlformats.org/drawingml/2006/main"/>
          <a:p xmlns:a="http://schemas.openxmlformats.org/drawingml/2006/main">
            <a:pPr marL="0" marR="0" lvl="0" indent="0" algn="l" defTabSz="914400">
              <a:lnSpc>
                <a:spcPct val="100000"/>
              </a:lnSpc>
              <a:spcBef>
                <a:spcPct val="0"/>
              </a:spcBef>
              <a:spcAft>
                <a:spcPct val="0"/>
              </a:spcAft>
              <a:buClrTx/>
              <a:buSzTx/>
              <a:buFontTx/>
              <a:buNone/>
            </a:pPr>
            <a:endParaRPr sz="1800" b="0" i="0" u="none" strike="noStrike" kern="1200" cap="none" spc="0" baseline="0">
              <a:ln>
                <a:noFill/>
              </a:ln>
              <a:solidFill>
                <a:srgbClr val="000000"/>
              </a:solidFill>
              <a:highlight>
                <a:srgbClr val="FFFF00"/>
              </a:highlight>
              <a:latin typeface="Arial"/>
              <a:ea typeface="Arial"/>
              <a:cs typeface="Arial"/>
            </a:endParaRPr>
          </a:p>
        </p:txBody>
      </p:sp>
      <p:pic>
        <p:nvPicPr>
          <p:cNvPr id="3" name="Picture 2">
            <a:extLst xmlns:a="http://schemas.openxmlformats.org/drawingml/2006/main">
              <a:ext uri="{FF2B5EF4-FFF2-40B4-BE49-F238E27FC236}">
                <a16:creationId xmlns:a16="http://schemas.microsoft.com/office/drawing/2014/main" id="{07AC0257-05CC-4ED3-86B4-572386C906A2}"/>
              </a:ext>
            </a:extLst>
          </p:cNvPr>
          <p:cNvPicPr>
            <a:picLocks xmlns:a="http://schemas.openxmlformats.org/drawingml/2006/main" noChangeAspect="1"/>
          </p:cNvPicPr>
          <p:nvPr/>
        </p:nvPicPr>
        <p:blipFill>
          <a:blip xmlns:r="http://schemas.openxmlformats.org/officeDocument/2006/relationships" xmlns:a="http://schemas.openxmlformats.org/drawingml/2006/main" r:embed="R4f51a8cc6f694c6f"/>
          <a:stretch xmlns:a="http://schemas.openxmlformats.org/drawingml/2006/main">
            <a:fillRect l="0" t="0" r="0" b="0"/>
          </a:stretch>
        </p:blipFill>
        <p:spPr>
          <a:xfrm xmlns:a="http://schemas.openxmlformats.org/drawingml/2006/main">
            <a:off x="205917" y="186138"/>
            <a:ext cx="2075247" cy="579360"/>
          </a:xfrm>
          <a:prstGeom xmlns:a="http://schemas.openxmlformats.org/drawingml/2006/main" prst="rect">
            <a:avLst/>
          </a:prstGeom>
        </p:spPr>
      </p:pic>
      <p:pic>
        <p:nvPicPr>
          <p:cNvPr id="6" name="Picture 5">
            <a:extLst xmlns:a="http://schemas.openxmlformats.org/drawingml/2006/main">
              <a:ext uri="{FF2B5EF4-FFF2-40B4-BE49-F238E27FC236}">
                <a16:creationId xmlns:a16="http://schemas.microsoft.com/office/drawing/2014/main" id="{C1B2ED42-6A76-4831-BDDE-7D45ACCA01B0}"/>
              </a:ext>
            </a:extLst>
          </p:cNvPr>
          <p:cNvPicPr>
            <a:picLocks xmlns:a="http://schemas.openxmlformats.org/drawingml/2006/main" noChangeAspect="1"/>
          </p:cNvPicPr>
          <p:nvPr/>
        </p:nvPicPr>
        <p:blipFill>
          <a:blip xmlns:r="http://schemas.openxmlformats.org/officeDocument/2006/relationships" xmlns:a="http://schemas.openxmlformats.org/drawingml/2006/main" r:embed="Rad24dfe5794c46f7"/>
          <a:stretch xmlns:a="http://schemas.openxmlformats.org/drawingml/2006/main">
            <a:fillRect l="0" t="0" r="0" b="0"/>
          </a:stretch>
        </p:blipFill>
        <p:spPr>
          <a:xfrm xmlns:a="http://schemas.openxmlformats.org/drawingml/2006/main">
            <a:off x="2292061" y="645610"/>
            <a:ext cx="7611052" cy="5848492"/>
          </a:xfrm>
          <a:prstGeom xmlns:a="http://schemas.openxmlformats.org/drawingml/2006/main" prst="rect">
            <a:avLst/>
          </a:prstGeom>
        </p:spPr>
      </p:pic>
      <p:sp>
        <p:nvSpPr>
          <p:cNvPr id="8" name="Rectangle: Rounded Corners 7">
            <a:extLst xmlns:a="http://schemas.openxmlformats.org/drawingml/2006/main">
              <a:ext uri="{FF2B5EF4-FFF2-40B4-BE49-F238E27FC236}">
                <a16:creationId xmlns:a16="http://schemas.microsoft.com/office/drawing/2014/main" id="{CA69C63E-194F-203F-0F1B-4C282ABD3410}"/>
              </a:ext>
            </a:extLst>
          </p:cNvPr>
          <p:cNvSpPr>
            <a:spLocks xmlns:a="http://schemas.openxmlformats.org/drawingml/2006/main" noGrp="1"/>
          </p:cNvSpPr>
          <p:nvPr/>
        </p:nvSpPr>
        <p:spPr>
          <a:xfrm xmlns:a="http://schemas.openxmlformats.org/drawingml/2006/main">
            <a:off x="3451363" y="1128550"/>
            <a:ext cx="6004214" cy="4237199"/>
          </a:xfrm>
          <a:prstGeom xmlns:a="http://schemas.openxmlformats.org/drawingml/2006/main" prst="roundRect">
            <a:avLst>
              <a:gd name="adj" fmla="val 2580"/>
            </a:avLst>
          </a:prstGeom>
          <a:solidFill xmlns:a="http://schemas.openxmlformats.org/drawingml/2006/main">
            <a:schemeClr val="bg2"/>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itle 12">
            <a:extLst xmlns:a="http://schemas.openxmlformats.org/drawingml/2006/main">
              <a:ext uri="{FF2B5EF4-FFF2-40B4-BE49-F238E27FC236}">
                <a16:creationId xmlns:a16="http://schemas.microsoft.com/office/drawing/2014/main" id="{DF4714B8-2FE7-3752-E84C-E3E6E23B3DFF}"/>
              </a:ext>
            </a:extLst>
          </p:cNvPr>
          <p:cNvSpPr>
            <a:spLocks xmlns:a="http://schemas.openxmlformats.org/drawingml/2006/main" noGrp="1"/>
          </p:cNvSpPr>
          <p:nvPr>
            <p:ph type="title" idx="0" hasCustomPrompt="1"/>
          </p:nvPr>
        </p:nvSpPr>
        <p:spPr>
          <a:xfrm xmlns:a="http://schemas.openxmlformats.org/drawingml/2006/main">
            <a:off x="3451363" y="2970150"/>
            <a:ext cx="5985164" cy="553998"/>
          </a:xfrm>
        </p:spPr>
        <p:txBody>
          <a:bodyPr xmlns:a="http://schemas.openxmlformats.org/drawingml/2006/main" wrap="square" anchor="ctr">
            <a:spAutoFit/>
          </a:bodyPr>
          <a:lstStyle xmlns:a="http://schemas.openxmlformats.org/drawingml/2006/main">
            <a:lvl1pPr algn="ctr">
              <a:lnSpc>
                <a:spcPct val="90000"/>
              </a:lnSpc>
              <a:buNone/>
              <a:defRPr sz="4000" b="1" spc="-30" baseline="0">
                <a:solidFill>
                  <a:schemeClr val="tx1"/>
                </a:solidFill>
                <a:latin typeface="Amalia (Headings)"/>
                <a:ea typeface="Amalia (Headings)"/>
                <a:cs typeface="Amalia (Headings)"/>
              </a:defRPr>
            </a:lvl1pPr>
          </a:lstStyle>
          <a:p xmlns:a="http://schemas.openxmlformats.org/drawingml/2006/main">
            <a:r>
              <a:t>Thank you!</a:t>
            </a:r>
          </a:p>
        </p:txBody>
      </p:sp>
      <p:sp>
        <p:nvSpPr>
          <p:cNvPr id="10" name="Text Placeholder 14">
            <a:extLst xmlns:a="http://schemas.openxmlformats.org/drawingml/2006/main">
              <a:ext uri="{FF2B5EF4-FFF2-40B4-BE49-F238E27FC236}">
                <a16:creationId xmlns:a16="http://schemas.microsoft.com/office/drawing/2014/main" id="{CAC9D8C7-98F9-8E83-D0FD-E1A9FE3FDAD6}"/>
              </a:ext>
            </a:extLst>
          </p:cNvPr>
          <p:cNvSpPr>
            <a:spLocks xmlns:a="http://schemas.openxmlformats.org/drawingml/2006/main" noGrp="1"/>
          </p:cNvSpPr>
          <p:nvPr>
            <p:ph type="body" idx="10"/>
          </p:nvPr>
        </p:nvSpPr>
        <p:spPr>
          <a:xfrm xmlns:a="http://schemas.openxmlformats.org/drawingml/2006/main">
            <a:off x="4150449" y="3866725"/>
            <a:ext cx="4586992" cy="44319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vert="horz" wrap="square" lIns="0" tIns="0" rIns="0" bIns="0" anchor="b">
            <a:spAutoFit/>
          </a:bodyPr>
          <a:lstStyle xmlns:a="http://schemas.openxmlformats.org/drawingml/2006/main">
            <a:lvl1pPr>
              <a:buNone/>
              <a:defRPr sz="3200" b="1" kern="0" cap="none" spc="-30" baseline="0">
                <a:solidFill>
                  <a:schemeClr val="tx1"/>
                </a:solidFill>
                <a:latin typeface="+mj-lt"/>
                <a:ea typeface="+mj-lt"/>
                <a:cs typeface="+mj-lt"/>
              </a:defRPr>
            </a:lvl1pPr>
          </a:lstStyle>
          <a:p xmlns:a="http://schemas.openxmlformats.org/drawingml/2006/main">
            <a:pPr lvl="0" algn="ctr">
              <a:lnSpc>
                <a:spcPct val="90000"/>
              </a:lnSpc>
              <a:spcBef>
                <a:spcPct val="0"/>
              </a:spcBef>
              <a:spcAft>
                <a:spcPct val="0"/>
              </a:spcAft>
              <a:buNone/>
            </a:pPr>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a1a999b0ef344e31" /><Relationship Type="http://schemas.openxmlformats.org/officeDocument/2006/relationships/theme" Target="/ppt/slideMasters/theme/theme2.xml" Id="R9f8149919c124cf5" /><Relationship Type="http://schemas.openxmlformats.org/officeDocument/2006/relationships/slideLayout" Target="/ppt/slideLayouts/slideLayout1.xml" Id="R34d233d312634e21" /><Relationship Type="http://schemas.openxmlformats.org/officeDocument/2006/relationships/slideLayout" Target="/ppt/slideLayouts/slideLayout2.xml" Id="Rcd43406e6f2548b1" /><Relationship Type="http://schemas.openxmlformats.org/officeDocument/2006/relationships/slideLayout" Target="/ppt/slideLayouts/slideLayout3.xml" Id="R4ae7899d1a904bfc" /><Relationship Type="http://schemas.openxmlformats.org/officeDocument/2006/relationships/slideLayout" Target="/ppt/slideLayouts/slideLayout4.xml" Id="Raffaa6adcc244d84" /><Relationship Type="http://schemas.openxmlformats.org/officeDocument/2006/relationships/slideLayout" Target="/ppt/slideLayouts/slideLayout5.xml" Id="Rc4dc54a981d247e2" /><Relationship Type="http://schemas.openxmlformats.org/officeDocument/2006/relationships/slideLayout" Target="/ppt/slideLayouts/slideLayout6.xml" Id="R0cfc0b206cb1456c" /><Relationship Type="http://schemas.openxmlformats.org/officeDocument/2006/relationships/slideLayout" Target="/ppt/slideLayouts/slideLayout7.xml" Id="Ree8873df18824f64" /><Relationship Type="http://schemas.openxmlformats.org/officeDocument/2006/relationships/slideLayout" Target="/ppt/slideLayouts/slideLayout8.xml" Id="R1c2c3c2394c94e57" /><Relationship Type="http://schemas.openxmlformats.org/officeDocument/2006/relationships/slideLayout" Target="/ppt/slideLayouts/slideLayout9.xml" Id="R8e5e87089035460d" /><Relationship Type="http://schemas.openxmlformats.org/officeDocument/2006/relationships/slideLayout" Target="/ppt/slideLayouts/slideLayout10.xml" Id="R7c33bfa7b51c4655" /><Relationship Type="http://schemas.openxmlformats.org/officeDocument/2006/relationships/slideLayout" Target="/ppt/slideLayouts/slideLayout11.xml" Id="Re15da5948f2143bb" /><Relationship Type="http://schemas.openxmlformats.org/officeDocument/2006/relationships/slideLayout" Target="/ppt/slideLayouts/slideLayout12.xml" Id="Rfa8d355b9aee4bc4" /><Relationship Type="http://schemas.openxmlformats.org/officeDocument/2006/relationships/slideLayout" Target="/ppt/slideLayouts/slideLayout13.xml" Id="R943c582d18434a24" /><Relationship Type="http://schemas.openxmlformats.org/officeDocument/2006/relationships/slideLayout" Target="/ppt/slideLayouts/slideLayout14.xml" Id="R35eb1f4db7b44550" /><Relationship Type="http://schemas.openxmlformats.org/officeDocument/2006/relationships/slideLayout" Target="/ppt/slideLayouts/slideLayout15.xml" Id="R5cd39fd2ef93447e" /><Relationship Type="http://schemas.openxmlformats.org/officeDocument/2006/relationships/slideLayout" Target="/ppt/slideLayouts/slideLayout16.xml" Id="Ra1929327d59c4210" /><Relationship Type="http://schemas.openxmlformats.org/officeDocument/2006/relationships/slideLayout" Target="/ppt/slideLayouts/slideLayout17.xml" Id="Rd994becc2932416d" /><Relationship Type="http://schemas.openxmlformats.org/officeDocument/2006/relationships/slideLayout" Target="/ppt/slideLayouts/slideLayout18.xml" Id="R26811d0b2c254891" /></Relationships>
</file>

<file path=ppt/slideMasters/slideMaster1.xml><?xml version="1.0" encoding="utf-8"?>
<p:sldMaster xmlns:p="http://schemas.openxmlformats.org/presentationml/2006/main">
  <p:cSld>
    <p:bg>
      <p:bgPr>
        <a:solidFill xmlns:a="http://schemas.openxmlformats.org/drawingml/2006/main">
          <a:schemeClr val="bg1"/>
        </a:solidFill>
      </p:bgPr>
    </p:bg>
    <p:spTree>
      <p:nvGrpSpPr>
        <p:cNvPr id="1" name=""/>
        <p:cNvGrpSpPr/>
        <p:nvPr/>
      </p:nvGrpSpPr>
      <p:grpSpPr>
        <a:xfrm xmlns:a="http://schemas.openxmlformats.org/drawingml/2006/main"/>
      </p:grpSpPr>
      <p:sp>
        <p:nvSpPr>
          <p:cNvPr id="1026" name="Rectangle 2">
            <a:extLst xmlns:a="http://schemas.openxmlformats.org/drawingml/2006/main">
              <a:ext uri="{FF2B5EF4-FFF2-40B4-BE49-F238E27FC236}">
                <a16:creationId xmlns:a16="http://schemas.microsoft.com/office/drawing/2014/main" id="{2BE406E9-7BFF-4377-803B-38A74D053DFA}"/>
              </a:ext>
            </a:extLst>
          </p:cNvPr>
          <p:cNvSpPr>
            <a:spLocks xmlns:a="http://schemas.openxmlformats.org/drawingml/2006/main" noGrp="1"/>
          </p:cNvSpPr>
          <p:nvPr>
            <p:ph type="title" idx="0"/>
          </p:nvPr>
        </p:nvSpPr>
        <p:spPr>
          <a:xfrm xmlns:a="http://schemas.openxmlformats.org/drawingml/2006/main">
            <a:off x="437429" y="440048"/>
            <a:ext cx="11315701" cy="3078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vert="horz" wrap="square" lIns="0" tIns="0" rIns="0" bIns="0" anchor="t">
            <a:noAutofit/>
          </a:bodyPr>
          <a:lstStyle xmlns:a="http://schemas.openxmlformats.org/drawingml/2006/main"/>
          <a:p xmlns:a="http://schemas.openxmlformats.org/drawingml/2006/main">
            <a:pPr lvl="0">
              <a:buNone/>
            </a:pPr>
            <a:r>
              <a:t>Click to edit Master title style</a:t>
            </a:r>
            <a:endParaRPr/>
          </a:p>
        </p:txBody>
      </p:sp>
      <p:sp>
        <p:nvSpPr>
          <p:cNvPr id="1027" name="Rectangle 3">
            <a:extLst xmlns:a="http://schemas.openxmlformats.org/drawingml/2006/main">
              <a:ext uri="{FF2B5EF4-FFF2-40B4-BE49-F238E27FC236}">
                <a16:creationId xmlns:a16="http://schemas.microsoft.com/office/drawing/2014/main" id="{5E89BADE-308C-4C0B-8180-129E13327DAD}"/>
              </a:ext>
            </a:extLst>
          </p:cNvPr>
          <p:cNvSpPr>
            <a:spLocks xmlns:a="http://schemas.openxmlformats.org/drawingml/2006/main" noGrp="1"/>
          </p:cNvSpPr>
          <p:nvPr>
            <p:ph type="body" idx="1"/>
          </p:nvPr>
        </p:nvSpPr>
        <p:spPr>
          <a:xfrm xmlns:a="http://schemas.openxmlformats.org/drawingml/2006/main">
            <a:off x="436563" y="2108472"/>
            <a:ext cx="11322050" cy="32541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vert="horz" wrap="square" lIns="0" tIns="0" rIns="0" bIns="0" ancho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 - First level of bullet point – 14pt</a:t>
            </a:r>
          </a:p>
          <a:p xmlns:a="http://schemas.openxmlformats.org/drawingml/2006/main">
            <a:pPr lvl="2">
              <a:buNone/>
            </a:pPr>
            <a:r>
              <a:t>Third level - Second level of bullet point – 12pt</a:t>
            </a:r>
          </a:p>
          <a:p xmlns:a="http://schemas.openxmlformats.org/drawingml/2006/main">
            <a:pPr lvl="3">
              <a:buNone/>
            </a:pPr>
            <a:r>
              <a:t>Fourth level - Third level of bullet point – 10pt</a:t>
            </a:r>
          </a:p>
          <a:p xmlns:a="http://schemas.openxmlformats.org/drawingml/2006/main">
            <a:pPr lvl="4">
              <a:buNone/>
            </a:pPr>
            <a:r>
              <a:t>Fifth level - hyperlinks Fifth level </a:t>
            </a:r>
          </a:p>
        </p:txBody>
      </p:sp>
      <p:sp>
        <p:nvSpPr>
          <p:cNvPr id="48" name="Straight Connector 47">
            <a:extLst xmlns:a="http://schemas.openxmlformats.org/drawingml/2006/main">
              <a:ext uri="{FF2B5EF4-FFF2-40B4-BE49-F238E27FC236}">
                <a16:creationId xmlns:a16="http://schemas.microsoft.com/office/drawing/2014/main" id="{C6B2566C-B9DB-446A-86C2-2B8AA8B6F783}"/>
              </a:ext>
            </a:extLst>
          </p:cNvPr>
          <p:cNvSpPr>
            <a:spLocks xmlns:a="http://schemas.openxmlformats.org/drawingml/2006/main" noGrp="1"/>
          </p:cNvSpPr>
          <p:nvPr/>
        </p:nvSpPr>
        <p:spPr>
          <a:xfrm xmlns:a="http://schemas.openxmlformats.org/drawingml/2006/main" rot="0" flipH="0" flipV="0">
            <a:off x="441060" y="-543298"/>
            <a:ext cx="0" cy="356341"/>
          </a:xfrm>
          <a:prstGeom xmlns:a="http://schemas.openxmlformats.org/drawingml/2006/main" prst="line">
            <a:avLst/>
          </a:prstGeom>
          <a:ln xmlns:a="http://schemas.openxmlformats.org/drawingml/2006/main" w="25400">
            <a:solidFill>
              <a:srgbClr val="FA1932"/>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9" name="Straight Connector 48">
            <a:extLst xmlns:a="http://schemas.openxmlformats.org/drawingml/2006/main">
              <a:ext uri="{FF2B5EF4-FFF2-40B4-BE49-F238E27FC236}">
                <a16:creationId xmlns:a16="http://schemas.microsoft.com/office/drawing/2014/main" id="{776B3365-3F79-4E59-81F7-3B124FC27300}"/>
              </a:ext>
            </a:extLst>
          </p:cNvPr>
          <p:cNvSpPr>
            <a:spLocks xmlns:a="http://schemas.openxmlformats.org/drawingml/2006/main" noGrp="1"/>
          </p:cNvSpPr>
          <p:nvPr/>
        </p:nvSpPr>
        <p:spPr>
          <a:xfrm xmlns:a="http://schemas.openxmlformats.org/drawingml/2006/main" rot="0" flipH="0" flipV="0">
            <a:off x="2138974" y="-54329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50" name="Straight Connector 49">
            <a:extLst xmlns:a="http://schemas.openxmlformats.org/drawingml/2006/main">
              <a:ext uri="{FF2B5EF4-FFF2-40B4-BE49-F238E27FC236}">
                <a16:creationId xmlns:a16="http://schemas.microsoft.com/office/drawing/2014/main" id="{FC3C39FF-1A2C-4E64-B699-8A93D84C42B7}"/>
              </a:ext>
            </a:extLst>
          </p:cNvPr>
          <p:cNvSpPr>
            <a:spLocks xmlns:a="http://schemas.openxmlformats.org/drawingml/2006/main" noGrp="1"/>
          </p:cNvSpPr>
          <p:nvPr/>
        </p:nvSpPr>
        <p:spPr>
          <a:xfrm xmlns:a="http://schemas.openxmlformats.org/drawingml/2006/main" rot="0" flipH="0" flipV="0">
            <a:off x="2283268" y="-54329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51" name="Straight Connector 50">
            <a:extLst xmlns:a="http://schemas.openxmlformats.org/drawingml/2006/main">
              <a:ext uri="{FF2B5EF4-FFF2-40B4-BE49-F238E27FC236}">
                <a16:creationId xmlns:a16="http://schemas.microsoft.com/office/drawing/2014/main" id="{18414820-444D-4385-92F0-70B3C45F4283}"/>
              </a:ext>
            </a:extLst>
          </p:cNvPr>
          <p:cNvSpPr>
            <a:spLocks xmlns:a="http://schemas.openxmlformats.org/drawingml/2006/main" noGrp="1"/>
          </p:cNvSpPr>
          <p:nvPr/>
        </p:nvSpPr>
        <p:spPr>
          <a:xfrm xmlns:a="http://schemas.openxmlformats.org/drawingml/2006/main" rot="0" flipH="0" flipV="0">
            <a:off x="4071939" y="-54329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52" name="Straight Connector 51">
            <a:extLst xmlns:a="http://schemas.openxmlformats.org/drawingml/2006/main">
              <a:ext uri="{FF2B5EF4-FFF2-40B4-BE49-F238E27FC236}">
                <a16:creationId xmlns:a16="http://schemas.microsoft.com/office/drawing/2014/main" id="{4033FCF8-273F-4FA1-845D-B97DF1137BC7}"/>
              </a:ext>
            </a:extLst>
          </p:cNvPr>
          <p:cNvSpPr>
            <a:spLocks xmlns:a="http://schemas.openxmlformats.org/drawingml/2006/main" noGrp="1"/>
          </p:cNvSpPr>
          <p:nvPr/>
        </p:nvSpPr>
        <p:spPr>
          <a:xfrm xmlns:a="http://schemas.openxmlformats.org/drawingml/2006/main" rot="0" flipH="0" flipV="0">
            <a:off x="4297364" y="-54329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53" name="Straight Connector 52">
            <a:extLst xmlns:a="http://schemas.openxmlformats.org/drawingml/2006/main">
              <a:ext uri="{FF2B5EF4-FFF2-40B4-BE49-F238E27FC236}">
                <a16:creationId xmlns:a16="http://schemas.microsoft.com/office/drawing/2014/main" id="{E11A0D01-4F4E-4223-B58C-76A952D55085}"/>
              </a:ext>
            </a:extLst>
          </p:cNvPr>
          <p:cNvSpPr>
            <a:spLocks xmlns:a="http://schemas.openxmlformats.org/drawingml/2006/main" noGrp="1"/>
          </p:cNvSpPr>
          <p:nvPr/>
        </p:nvSpPr>
        <p:spPr>
          <a:xfrm xmlns:a="http://schemas.openxmlformats.org/drawingml/2006/main" rot="0" flipH="0" flipV="0">
            <a:off x="5995989" y="-54329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54" name="Straight Connector 53">
            <a:extLst xmlns:a="http://schemas.openxmlformats.org/drawingml/2006/main">
              <a:ext uri="{FF2B5EF4-FFF2-40B4-BE49-F238E27FC236}">
                <a16:creationId xmlns:a16="http://schemas.microsoft.com/office/drawing/2014/main" id="{0D6203ED-2408-4CDC-AB82-84B5278B608C}"/>
              </a:ext>
            </a:extLst>
          </p:cNvPr>
          <p:cNvSpPr>
            <a:spLocks xmlns:a="http://schemas.openxmlformats.org/drawingml/2006/main" noGrp="1"/>
          </p:cNvSpPr>
          <p:nvPr/>
        </p:nvSpPr>
        <p:spPr>
          <a:xfrm xmlns:a="http://schemas.openxmlformats.org/drawingml/2006/main" rot="0" flipH="0" flipV="0">
            <a:off x="6199189" y="-54329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55" name="Straight Connector 54">
            <a:extLst xmlns:a="http://schemas.openxmlformats.org/drawingml/2006/main">
              <a:ext uri="{FF2B5EF4-FFF2-40B4-BE49-F238E27FC236}">
                <a16:creationId xmlns:a16="http://schemas.microsoft.com/office/drawing/2014/main" id="{9046C6A1-6501-45CB-8D52-83ACB606EB32}"/>
              </a:ext>
            </a:extLst>
          </p:cNvPr>
          <p:cNvSpPr>
            <a:spLocks xmlns:a="http://schemas.openxmlformats.org/drawingml/2006/main" noGrp="1"/>
          </p:cNvSpPr>
          <p:nvPr/>
        </p:nvSpPr>
        <p:spPr>
          <a:xfrm xmlns:a="http://schemas.openxmlformats.org/drawingml/2006/main" rot="0" flipH="0" flipV="0">
            <a:off x="7988301" y="-54329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56" name="Straight Connector 55">
            <a:extLst xmlns:a="http://schemas.openxmlformats.org/drawingml/2006/main">
              <a:ext uri="{FF2B5EF4-FFF2-40B4-BE49-F238E27FC236}">
                <a16:creationId xmlns:a16="http://schemas.microsoft.com/office/drawing/2014/main" id="{DF4C6690-A36B-4AC7-9DF2-F029B09FBE56}"/>
              </a:ext>
            </a:extLst>
          </p:cNvPr>
          <p:cNvSpPr>
            <a:spLocks xmlns:a="http://schemas.openxmlformats.org/drawingml/2006/main" noGrp="1"/>
          </p:cNvSpPr>
          <p:nvPr/>
        </p:nvSpPr>
        <p:spPr>
          <a:xfrm xmlns:a="http://schemas.openxmlformats.org/drawingml/2006/main" rot="0" flipH="0" flipV="0">
            <a:off x="8185151" y="-54329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57" name="Straight Connector 56">
            <a:extLst xmlns:a="http://schemas.openxmlformats.org/drawingml/2006/main">
              <a:ext uri="{FF2B5EF4-FFF2-40B4-BE49-F238E27FC236}">
                <a16:creationId xmlns:a16="http://schemas.microsoft.com/office/drawing/2014/main" id="{3017D8FC-BBF5-4284-8D9A-806B403C5265}"/>
              </a:ext>
            </a:extLst>
          </p:cNvPr>
          <p:cNvSpPr>
            <a:spLocks xmlns:a="http://schemas.openxmlformats.org/drawingml/2006/main" noGrp="1"/>
          </p:cNvSpPr>
          <p:nvPr/>
        </p:nvSpPr>
        <p:spPr>
          <a:xfrm xmlns:a="http://schemas.openxmlformats.org/drawingml/2006/main" rot="0" flipH="0" flipV="0">
            <a:off x="9918276" y="-54329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58" name="Straight Connector 57">
            <a:extLst xmlns:a="http://schemas.openxmlformats.org/drawingml/2006/main">
              <a:ext uri="{FF2B5EF4-FFF2-40B4-BE49-F238E27FC236}">
                <a16:creationId xmlns:a16="http://schemas.microsoft.com/office/drawing/2014/main" id="{EC0A999B-469A-4630-8CA1-1120ACADBD05}"/>
              </a:ext>
            </a:extLst>
          </p:cNvPr>
          <p:cNvSpPr>
            <a:spLocks xmlns:a="http://schemas.openxmlformats.org/drawingml/2006/main" noGrp="1"/>
          </p:cNvSpPr>
          <p:nvPr/>
        </p:nvSpPr>
        <p:spPr>
          <a:xfrm xmlns:a="http://schemas.openxmlformats.org/drawingml/2006/main" rot="0" flipH="0" flipV="0">
            <a:off x="10062570" y="-54329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59" name="Straight Connector 58">
            <a:extLst xmlns:a="http://schemas.openxmlformats.org/drawingml/2006/main">
              <a:ext uri="{FF2B5EF4-FFF2-40B4-BE49-F238E27FC236}">
                <a16:creationId xmlns:a16="http://schemas.microsoft.com/office/drawing/2014/main" id="{60B51DEA-9D49-4889-80E5-3856935FE639}"/>
              </a:ext>
            </a:extLst>
          </p:cNvPr>
          <p:cNvSpPr>
            <a:spLocks xmlns:a="http://schemas.openxmlformats.org/drawingml/2006/main" noGrp="1"/>
          </p:cNvSpPr>
          <p:nvPr/>
        </p:nvSpPr>
        <p:spPr>
          <a:xfrm xmlns:a="http://schemas.openxmlformats.org/drawingml/2006/main" rot="0" flipH="0" flipV="0">
            <a:off x="11752263" y="-543298"/>
            <a:ext cx="0" cy="356341"/>
          </a:xfrm>
          <a:prstGeom xmlns:a="http://schemas.openxmlformats.org/drawingml/2006/main" prst="line">
            <a:avLst/>
          </a:prstGeom>
          <a:ln xmlns:a="http://schemas.openxmlformats.org/drawingml/2006/main" w="25400">
            <a:solidFill>
              <a:srgbClr val="FA1932"/>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60" name="Straight Connector 59">
            <a:extLst xmlns:a="http://schemas.openxmlformats.org/drawingml/2006/main">
              <a:ext uri="{FF2B5EF4-FFF2-40B4-BE49-F238E27FC236}">
                <a16:creationId xmlns:a16="http://schemas.microsoft.com/office/drawing/2014/main" id="{B0785849-4E66-4AAC-AB2C-E9FE76448DFB}"/>
              </a:ext>
            </a:extLst>
          </p:cNvPr>
          <p:cNvSpPr>
            <a:spLocks xmlns:a="http://schemas.openxmlformats.org/drawingml/2006/main" noGrp="1"/>
          </p:cNvSpPr>
          <p:nvPr/>
        </p:nvSpPr>
        <p:spPr>
          <a:xfrm xmlns:a="http://schemas.openxmlformats.org/drawingml/2006/main" rot="0" flipH="0" flipV="0">
            <a:off x="6098382" y="-543298"/>
            <a:ext cx="0" cy="356341"/>
          </a:xfrm>
          <a:prstGeom xmlns:a="http://schemas.openxmlformats.org/drawingml/2006/main" prst="line">
            <a:avLst/>
          </a:prstGeom>
          <a:ln xmlns:a="http://schemas.openxmlformats.org/drawingml/2006/main" w="25400">
            <a:solidFill>
              <a:srgbClr val="92D05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5" name="Straight Connector 34">
            <a:extLst xmlns:a="http://schemas.openxmlformats.org/drawingml/2006/main">
              <a:ext uri="{FF2B5EF4-FFF2-40B4-BE49-F238E27FC236}">
                <a16:creationId xmlns:a16="http://schemas.microsoft.com/office/drawing/2014/main" id="{DD9B539A-637F-4DAB-A9F1-FA6B1374615E}"/>
              </a:ext>
            </a:extLst>
          </p:cNvPr>
          <p:cNvSpPr>
            <a:spLocks xmlns:a="http://schemas.openxmlformats.org/drawingml/2006/main" noGrp="1"/>
          </p:cNvSpPr>
          <p:nvPr/>
        </p:nvSpPr>
        <p:spPr>
          <a:xfrm xmlns:a="http://schemas.openxmlformats.org/drawingml/2006/main" rot="0" flipH="0" flipV="0">
            <a:off x="441060" y="7039658"/>
            <a:ext cx="0" cy="356341"/>
          </a:xfrm>
          <a:prstGeom xmlns:a="http://schemas.openxmlformats.org/drawingml/2006/main" prst="line">
            <a:avLst/>
          </a:prstGeom>
          <a:ln xmlns:a="http://schemas.openxmlformats.org/drawingml/2006/main" w="25400">
            <a:solidFill>
              <a:srgbClr val="FA1932"/>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6" name="Straight Connector 35">
            <a:extLst xmlns:a="http://schemas.openxmlformats.org/drawingml/2006/main">
              <a:ext uri="{FF2B5EF4-FFF2-40B4-BE49-F238E27FC236}">
                <a16:creationId xmlns:a16="http://schemas.microsoft.com/office/drawing/2014/main" id="{BCB8F9BC-2F3E-4855-85E1-278E99C09838}"/>
              </a:ext>
            </a:extLst>
          </p:cNvPr>
          <p:cNvSpPr>
            <a:spLocks xmlns:a="http://schemas.openxmlformats.org/drawingml/2006/main" noGrp="1"/>
          </p:cNvSpPr>
          <p:nvPr/>
        </p:nvSpPr>
        <p:spPr>
          <a:xfrm xmlns:a="http://schemas.openxmlformats.org/drawingml/2006/main" rot="0" flipH="0" flipV="0">
            <a:off x="2138974" y="703965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7" name="Straight Connector 36">
            <a:extLst xmlns:a="http://schemas.openxmlformats.org/drawingml/2006/main">
              <a:ext uri="{FF2B5EF4-FFF2-40B4-BE49-F238E27FC236}">
                <a16:creationId xmlns:a16="http://schemas.microsoft.com/office/drawing/2014/main" id="{FE00D332-3B68-41B7-9EB4-7AA2BF582F0C}"/>
              </a:ext>
            </a:extLst>
          </p:cNvPr>
          <p:cNvSpPr>
            <a:spLocks xmlns:a="http://schemas.openxmlformats.org/drawingml/2006/main" noGrp="1"/>
          </p:cNvSpPr>
          <p:nvPr/>
        </p:nvSpPr>
        <p:spPr>
          <a:xfrm xmlns:a="http://schemas.openxmlformats.org/drawingml/2006/main" rot="0" flipH="0" flipV="0">
            <a:off x="2283268" y="703965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8" name="Straight Connector 37">
            <a:extLst xmlns:a="http://schemas.openxmlformats.org/drawingml/2006/main">
              <a:ext uri="{FF2B5EF4-FFF2-40B4-BE49-F238E27FC236}">
                <a16:creationId xmlns:a16="http://schemas.microsoft.com/office/drawing/2014/main" id="{7021FE20-743F-47CB-BA7B-1824B054F767}"/>
              </a:ext>
            </a:extLst>
          </p:cNvPr>
          <p:cNvSpPr>
            <a:spLocks xmlns:a="http://schemas.openxmlformats.org/drawingml/2006/main" noGrp="1"/>
          </p:cNvSpPr>
          <p:nvPr/>
        </p:nvSpPr>
        <p:spPr>
          <a:xfrm xmlns:a="http://schemas.openxmlformats.org/drawingml/2006/main" rot="0" flipH="0" flipV="0">
            <a:off x="4071939" y="703965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9" name="Straight Connector 38">
            <a:extLst xmlns:a="http://schemas.openxmlformats.org/drawingml/2006/main">
              <a:ext uri="{FF2B5EF4-FFF2-40B4-BE49-F238E27FC236}">
                <a16:creationId xmlns:a16="http://schemas.microsoft.com/office/drawing/2014/main" id="{01AFC54C-3AAB-45A5-92D9-6832E0925467}"/>
              </a:ext>
            </a:extLst>
          </p:cNvPr>
          <p:cNvSpPr>
            <a:spLocks xmlns:a="http://schemas.openxmlformats.org/drawingml/2006/main" noGrp="1"/>
          </p:cNvSpPr>
          <p:nvPr/>
        </p:nvSpPr>
        <p:spPr>
          <a:xfrm xmlns:a="http://schemas.openxmlformats.org/drawingml/2006/main" rot="0" flipH="0" flipV="0">
            <a:off x="4297364" y="703965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0" name="Straight Connector 39">
            <a:extLst xmlns:a="http://schemas.openxmlformats.org/drawingml/2006/main">
              <a:ext uri="{FF2B5EF4-FFF2-40B4-BE49-F238E27FC236}">
                <a16:creationId xmlns:a16="http://schemas.microsoft.com/office/drawing/2014/main" id="{2B1871C3-3C59-4C91-8B59-6CB28CEE5D62}"/>
              </a:ext>
            </a:extLst>
          </p:cNvPr>
          <p:cNvSpPr>
            <a:spLocks xmlns:a="http://schemas.openxmlformats.org/drawingml/2006/main" noGrp="1"/>
          </p:cNvSpPr>
          <p:nvPr/>
        </p:nvSpPr>
        <p:spPr>
          <a:xfrm xmlns:a="http://schemas.openxmlformats.org/drawingml/2006/main" rot="0" flipH="0" flipV="0">
            <a:off x="5995989" y="703965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1" name="Straight Connector 40">
            <a:extLst xmlns:a="http://schemas.openxmlformats.org/drawingml/2006/main">
              <a:ext uri="{FF2B5EF4-FFF2-40B4-BE49-F238E27FC236}">
                <a16:creationId xmlns:a16="http://schemas.microsoft.com/office/drawing/2014/main" id="{EAF25B87-7F22-43A9-BE15-D624770997C7}"/>
              </a:ext>
            </a:extLst>
          </p:cNvPr>
          <p:cNvSpPr>
            <a:spLocks xmlns:a="http://schemas.openxmlformats.org/drawingml/2006/main" noGrp="1"/>
          </p:cNvSpPr>
          <p:nvPr/>
        </p:nvSpPr>
        <p:spPr>
          <a:xfrm xmlns:a="http://schemas.openxmlformats.org/drawingml/2006/main" rot="0" flipH="0" flipV="0">
            <a:off x="6199189" y="703965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2" name="Straight Connector 41">
            <a:extLst xmlns:a="http://schemas.openxmlformats.org/drawingml/2006/main">
              <a:ext uri="{FF2B5EF4-FFF2-40B4-BE49-F238E27FC236}">
                <a16:creationId xmlns:a16="http://schemas.microsoft.com/office/drawing/2014/main" id="{D13C45C2-8F20-432E-AC8B-23C378F3022D}"/>
              </a:ext>
            </a:extLst>
          </p:cNvPr>
          <p:cNvSpPr>
            <a:spLocks xmlns:a="http://schemas.openxmlformats.org/drawingml/2006/main" noGrp="1"/>
          </p:cNvSpPr>
          <p:nvPr/>
        </p:nvSpPr>
        <p:spPr>
          <a:xfrm xmlns:a="http://schemas.openxmlformats.org/drawingml/2006/main" rot="0" flipH="0" flipV="0">
            <a:off x="7977593" y="703965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3" name="Straight Connector 42">
            <a:extLst xmlns:a="http://schemas.openxmlformats.org/drawingml/2006/main">
              <a:ext uri="{FF2B5EF4-FFF2-40B4-BE49-F238E27FC236}">
                <a16:creationId xmlns:a16="http://schemas.microsoft.com/office/drawing/2014/main" id="{C22D4D2C-849A-4156-85E5-41A44DF85F9F}"/>
              </a:ext>
            </a:extLst>
          </p:cNvPr>
          <p:cNvSpPr>
            <a:spLocks xmlns:a="http://schemas.openxmlformats.org/drawingml/2006/main" noGrp="1"/>
          </p:cNvSpPr>
          <p:nvPr/>
        </p:nvSpPr>
        <p:spPr>
          <a:xfrm xmlns:a="http://schemas.openxmlformats.org/drawingml/2006/main" rot="0" flipH="0" flipV="0">
            <a:off x="8185151" y="703965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4" name="Straight Connector 43">
            <a:extLst xmlns:a="http://schemas.openxmlformats.org/drawingml/2006/main">
              <a:ext uri="{FF2B5EF4-FFF2-40B4-BE49-F238E27FC236}">
                <a16:creationId xmlns:a16="http://schemas.microsoft.com/office/drawing/2014/main" id="{26242273-B818-45FA-A838-7490FDBCC9A7}"/>
              </a:ext>
            </a:extLst>
          </p:cNvPr>
          <p:cNvSpPr>
            <a:spLocks xmlns:a="http://schemas.openxmlformats.org/drawingml/2006/main" noGrp="1"/>
          </p:cNvSpPr>
          <p:nvPr/>
        </p:nvSpPr>
        <p:spPr>
          <a:xfrm xmlns:a="http://schemas.openxmlformats.org/drawingml/2006/main" rot="0" flipH="0" flipV="0">
            <a:off x="9918276" y="703965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5" name="Straight Connector 44">
            <a:extLst xmlns:a="http://schemas.openxmlformats.org/drawingml/2006/main">
              <a:ext uri="{FF2B5EF4-FFF2-40B4-BE49-F238E27FC236}">
                <a16:creationId xmlns:a16="http://schemas.microsoft.com/office/drawing/2014/main" id="{7C9CD500-78EA-4C1F-891B-670FDAD61864}"/>
              </a:ext>
            </a:extLst>
          </p:cNvPr>
          <p:cNvSpPr>
            <a:spLocks xmlns:a="http://schemas.openxmlformats.org/drawingml/2006/main" noGrp="1"/>
          </p:cNvSpPr>
          <p:nvPr/>
        </p:nvSpPr>
        <p:spPr>
          <a:xfrm xmlns:a="http://schemas.openxmlformats.org/drawingml/2006/main" rot="0" flipH="0" flipV="0">
            <a:off x="10062570" y="7039658"/>
            <a:ext cx="0" cy="356341"/>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6" name="Straight Connector 45">
            <a:extLst xmlns:a="http://schemas.openxmlformats.org/drawingml/2006/main">
              <a:ext uri="{FF2B5EF4-FFF2-40B4-BE49-F238E27FC236}">
                <a16:creationId xmlns:a16="http://schemas.microsoft.com/office/drawing/2014/main" id="{72C2A3AD-96EA-436D-90CC-64BAD5761DDD}"/>
              </a:ext>
            </a:extLst>
          </p:cNvPr>
          <p:cNvSpPr>
            <a:spLocks xmlns:a="http://schemas.openxmlformats.org/drawingml/2006/main" noGrp="1"/>
          </p:cNvSpPr>
          <p:nvPr/>
        </p:nvSpPr>
        <p:spPr>
          <a:xfrm xmlns:a="http://schemas.openxmlformats.org/drawingml/2006/main" rot="0" flipH="0" flipV="0">
            <a:off x="11752263" y="7039658"/>
            <a:ext cx="0" cy="356341"/>
          </a:xfrm>
          <a:prstGeom xmlns:a="http://schemas.openxmlformats.org/drawingml/2006/main" prst="line">
            <a:avLst/>
          </a:prstGeom>
          <a:ln xmlns:a="http://schemas.openxmlformats.org/drawingml/2006/main" w="25400">
            <a:solidFill>
              <a:srgbClr val="FA1932"/>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47" name="Straight Connector 46">
            <a:extLst xmlns:a="http://schemas.openxmlformats.org/drawingml/2006/main">
              <a:ext uri="{FF2B5EF4-FFF2-40B4-BE49-F238E27FC236}">
                <a16:creationId xmlns:a16="http://schemas.microsoft.com/office/drawing/2014/main" id="{107F60BE-A10F-4EAF-BD96-88C71DA3646D}"/>
              </a:ext>
            </a:extLst>
          </p:cNvPr>
          <p:cNvSpPr>
            <a:spLocks xmlns:a="http://schemas.openxmlformats.org/drawingml/2006/main" noGrp="1"/>
          </p:cNvSpPr>
          <p:nvPr/>
        </p:nvSpPr>
        <p:spPr>
          <a:xfrm xmlns:a="http://schemas.openxmlformats.org/drawingml/2006/main" rot="0" flipH="0" flipV="0">
            <a:off x="6102151" y="7039658"/>
            <a:ext cx="0" cy="356341"/>
          </a:xfrm>
          <a:prstGeom xmlns:a="http://schemas.openxmlformats.org/drawingml/2006/main" prst="line">
            <a:avLst/>
          </a:prstGeom>
          <a:ln xmlns:a="http://schemas.openxmlformats.org/drawingml/2006/main" w="25400">
            <a:solidFill>
              <a:srgbClr val="92D05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3" name="Straight Connector 22">
            <a:extLst xmlns:a="http://schemas.openxmlformats.org/drawingml/2006/main">
              <a:ext uri="{FF2B5EF4-FFF2-40B4-BE49-F238E27FC236}">
                <a16:creationId xmlns:a16="http://schemas.microsoft.com/office/drawing/2014/main" id="{61B51D49-5E0B-4DF5-966A-80714D4D24AE}"/>
              </a:ext>
            </a:extLst>
          </p:cNvPr>
          <p:cNvSpPr>
            <a:spLocks xmlns:a="http://schemas.openxmlformats.org/drawingml/2006/main" noGrp="1"/>
          </p:cNvSpPr>
          <p:nvPr/>
        </p:nvSpPr>
        <p:spPr>
          <a:xfrm xmlns:a="http://schemas.openxmlformats.org/drawingml/2006/main" rot="0" flipH="1" flipV="0">
            <a:off x="-540754" y="6329100"/>
            <a:ext cx="360503" cy="0"/>
          </a:xfrm>
          <a:prstGeom xmlns:a="http://schemas.openxmlformats.org/drawingml/2006/main" prst="line">
            <a:avLst/>
          </a:prstGeom>
          <a:ln xmlns:a="http://schemas.openxmlformats.org/drawingml/2006/main" w="25400">
            <a:solidFill>
              <a:srgbClr val="FA1932"/>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5" name="Straight Connector 24">
            <a:extLst xmlns:a="http://schemas.openxmlformats.org/drawingml/2006/main">
              <a:ext uri="{FF2B5EF4-FFF2-40B4-BE49-F238E27FC236}">
                <a16:creationId xmlns:a16="http://schemas.microsoft.com/office/drawing/2014/main" id="{43C3E547-2211-4C57-B5B6-2C12F2CBAC0D}"/>
              </a:ext>
            </a:extLst>
          </p:cNvPr>
          <p:cNvSpPr>
            <a:spLocks xmlns:a="http://schemas.openxmlformats.org/drawingml/2006/main" noGrp="1"/>
          </p:cNvSpPr>
          <p:nvPr/>
        </p:nvSpPr>
        <p:spPr>
          <a:xfrm xmlns:a="http://schemas.openxmlformats.org/drawingml/2006/main" rot="0" flipH="1" flipV="0">
            <a:off x="-540754" y="3430130"/>
            <a:ext cx="360503" cy="0"/>
          </a:xfrm>
          <a:prstGeom xmlns:a="http://schemas.openxmlformats.org/drawingml/2006/main" prst="line">
            <a:avLst/>
          </a:prstGeom>
          <a:ln xmlns:a="http://schemas.openxmlformats.org/drawingml/2006/main" w="25400">
            <a:solidFill>
              <a:srgbClr val="92D05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6" name="Straight Connector 25">
            <a:extLst xmlns:a="http://schemas.openxmlformats.org/drawingml/2006/main">
              <a:ext uri="{FF2B5EF4-FFF2-40B4-BE49-F238E27FC236}">
                <a16:creationId xmlns:a16="http://schemas.microsoft.com/office/drawing/2014/main" id="{EE4A7C1D-18CF-47AE-9C5A-5760918224C6}"/>
              </a:ext>
            </a:extLst>
          </p:cNvPr>
          <p:cNvSpPr>
            <a:spLocks xmlns:a="http://schemas.openxmlformats.org/drawingml/2006/main" noGrp="1"/>
          </p:cNvSpPr>
          <p:nvPr/>
        </p:nvSpPr>
        <p:spPr>
          <a:xfrm xmlns:a="http://schemas.openxmlformats.org/drawingml/2006/main" rot="0" flipH="1" flipV="0">
            <a:off x="-540754" y="456372"/>
            <a:ext cx="360503" cy="0"/>
          </a:xfrm>
          <a:prstGeom xmlns:a="http://schemas.openxmlformats.org/drawingml/2006/main" prst="line">
            <a:avLst/>
          </a:prstGeom>
          <a:ln xmlns:a="http://schemas.openxmlformats.org/drawingml/2006/main" w="25400">
            <a:solidFill>
              <a:srgbClr val="FA1932"/>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9" name="Straight Connector 28">
            <a:extLst xmlns:a="http://schemas.openxmlformats.org/drawingml/2006/main">
              <a:ext uri="{FF2B5EF4-FFF2-40B4-BE49-F238E27FC236}">
                <a16:creationId xmlns:a16="http://schemas.microsoft.com/office/drawing/2014/main" id="{0A516561-4EFE-47AB-9444-BAB477CBEB74}"/>
              </a:ext>
            </a:extLst>
          </p:cNvPr>
          <p:cNvSpPr>
            <a:spLocks xmlns:a="http://schemas.openxmlformats.org/drawingml/2006/main" noGrp="1"/>
          </p:cNvSpPr>
          <p:nvPr/>
        </p:nvSpPr>
        <p:spPr>
          <a:xfrm xmlns:a="http://schemas.openxmlformats.org/drawingml/2006/main" rot="0" flipH="1" flipV="1">
            <a:off x="-543749" y="2108471"/>
            <a:ext cx="363498" cy="1622"/>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1" name="Straight Connector 30">
            <a:extLst xmlns:a="http://schemas.openxmlformats.org/drawingml/2006/main">
              <a:ext uri="{FF2B5EF4-FFF2-40B4-BE49-F238E27FC236}">
                <a16:creationId xmlns:a16="http://schemas.microsoft.com/office/drawing/2014/main" id="{3397A20C-BFA6-40A2-9FB1-A99B1C7C3DF0}"/>
              </a:ext>
            </a:extLst>
          </p:cNvPr>
          <p:cNvSpPr>
            <a:spLocks xmlns:a="http://schemas.openxmlformats.org/drawingml/2006/main" noGrp="1"/>
          </p:cNvSpPr>
          <p:nvPr/>
        </p:nvSpPr>
        <p:spPr>
          <a:xfrm xmlns:a="http://schemas.openxmlformats.org/drawingml/2006/main" rot="0" flipH="1" flipV="1">
            <a:off x="-543749" y="1345690"/>
            <a:ext cx="363498" cy="1622"/>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3" name="Straight Connector 32">
            <a:extLst xmlns:a="http://schemas.openxmlformats.org/drawingml/2006/main">
              <a:ext uri="{FF2B5EF4-FFF2-40B4-BE49-F238E27FC236}">
                <a16:creationId xmlns:a16="http://schemas.microsoft.com/office/drawing/2014/main" id="{4F5D3E35-F7C5-4B7B-BD4A-795DE442724E}"/>
              </a:ext>
            </a:extLst>
          </p:cNvPr>
          <p:cNvSpPr>
            <a:spLocks xmlns:a="http://schemas.openxmlformats.org/drawingml/2006/main" noGrp="1"/>
          </p:cNvSpPr>
          <p:nvPr/>
        </p:nvSpPr>
        <p:spPr>
          <a:xfrm xmlns:a="http://schemas.openxmlformats.org/drawingml/2006/main" rot="0" flipH="1" flipV="1">
            <a:off x="-543749" y="5372066"/>
            <a:ext cx="363498" cy="1622"/>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34" name="Straight Connector 33">
            <a:extLst xmlns:a="http://schemas.openxmlformats.org/drawingml/2006/main">
              <a:ext uri="{FF2B5EF4-FFF2-40B4-BE49-F238E27FC236}">
                <a16:creationId xmlns:a16="http://schemas.microsoft.com/office/drawing/2014/main" id="{F9A94274-7654-40BB-9B86-BE8D1C495D50}"/>
              </a:ext>
            </a:extLst>
          </p:cNvPr>
          <p:cNvSpPr>
            <a:spLocks xmlns:a="http://schemas.openxmlformats.org/drawingml/2006/main" noGrp="1"/>
          </p:cNvSpPr>
          <p:nvPr/>
        </p:nvSpPr>
        <p:spPr>
          <a:xfrm xmlns:a="http://schemas.openxmlformats.org/drawingml/2006/main" rot="0" flipH="1" flipV="1">
            <a:off x="-543749" y="5372066"/>
            <a:ext cx="363498" cy="1622"/>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1" name="Straight Connector 10">
            <a:extLst xmlns:a="http://schemas.openxmlformats.org/drawingml/2006/main">
              <a:ext uri="{FF2B5EF4-FFF2-40B4-BE49-F238E27FC236}">
                <a16:creationId xmlns:a16="http://schemas.microsoft.com/office/drawing/2014/main" id="{2E9C57A0-7F46-4867-92F0-EE52E5F957E0}"/>
              </a:ext>
            </a:extLst>
          </p:cNvPr>
          <p:cNvSpPr>
            <a:spLocks xmlns:a="http://schemas.openxmlformats.org/drawingml/2006/main" noGrp="1"/>
          </p:cNvSpPr>
          <p:nvPr/>
        </p:nvSpPr>
        <p:spPr>
          <a:xfrm xmlns:a="http://schemas.openxmlformats.org/drawingml/2006/main" rot="0" flipH="1" flipV="0">
            <a:off x="12380804" y="6329100"/>
            <a:ext cx="360503" cy="0"/>
          </a:xfrm>
          <a:prstGeom xmlns:a="http://schemas.openxmlformats.org/drawingml/2006/main" prst="line">
            <a:avLst/>
          </a:prstGeom>
          <a:ln xmlns:a="http://schemas.openxmlformats.org/drawingml/2006/main" w="25400">
            <a:solidFill>
              <a:srgbClr val="FA1932"/>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3" name="Straight Connector 12">
            <a:extLst xmlns:a="http://schemas.openxmlformats.org/drawingml/2006/main">
              <a:ext uri="{FF2B5EF4-FFF2-40B4-BE49-F238E27FC236}">
                <a16:creationId xmlns:a16="http://schemas.microsoft.com/office/drawing/2014/main" id="{FD364BFF-BBB9-43D2-974B-E8355A255F0D}"/>
              </a:ext>
            </a:extLst>
          </p:cNvPr>
          <p:cNvSpPr>
            <a:spLocks xmlns:a="http://schemas.openxmlformats.org/drawingml/2006/main" noGrp="1"/>
          </p:cNvSpPr>
          <p:nvPr/>
        </p:nvSpPr>
        <p:spPr>
          <a:xfrm xmlns:a="http://schemas.openxmlformats.org/drawingml/2006/main" rot="0" flipH="1" flipV="0">
            <a:off x="12380804" y="3430130"/>
            <a:ext cx="360503" cy="0"/>
          </a:xfrm>
          <a:prstGeom xmlns:a="http://schemas.openxmlformats.org/drawingml/2006/main" prst="line">
            <a:avLst/>
          </a:prstGeom>
          <a:ln xmlns:a="http://schemas.openxmlformats.org/drawingml/2006/main" w="25400">
            <a:solidFill>
              <a:srgbClr val="92D050"/>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4" name="Straight Connector 13">
            <a:extLst xmlns:a="http://schemas.openxmlformats.org/drawingml/2006/main">
              <a:ext uri="{FF2B5EF4-FFF2-40B4-BE49-F238E27FC236}">
                <a16:creationId xmlns:a16="http://schemas.microsoft.com/office/drawing/2014/main" id="{0E0B9DD4-A2FC-4F5D-ADB5-BE7F41F93FE1}"/>
              </a:ext>
            </a:extLst>
          </p:cNvPr>
          <p:cNvSpPr>
            <a:spLocks xmlns:a="http://schemas.openxmlformats.org/drawingml/2006/main" noGrp="1"/>
          </p:cNvSpPr>
          <p:nvPr/>
        </p:nvSpPr>
        <p:spPr>
          <a:xfrm xmlns:a="http://schemas.openxmlformats.org/drawingml/2006/main" rot="0" flipH="1" flipV="0">
            <a:off x="12380804" y="456372"/>
            <a:ext cx="360503" cy="0"/>
          </a:xfrm>
          <a:prstGeom xmlns:a="http://schemas.openxmlformats.org/drawingml/2006/main" prst="line">
            <a:avLst/>
          </a:prstGeom>
          <a:ln xmlns:a="http://schemas.openxmlformats.org/drawingml/2006/main" w="25400">
            <a:solidFill>
              <a:srgbClr val="FA1932"/>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7" name="Straight Connector 16">
            <a:extLst xmlns:a="http://schemas.openxmlformats.org/drawingml/2006/main">
              <a:ext uri="{FF2B5EF4-FFF2-40B4-BE49-F238E27FC236}">
                <a16:creationId xmlns:a16="http://schemas.microsoft.com/office/drawing/2014/main" id="{69225090-30AC-4A7F-9A00-ED98C8FE67B4}"/>
              </a:ext>
            </a:extLst>
          </p:cNvPr>
          <p:cNvSpPr>
            <a:spLocks xmlns:a="http://schemas.openxmlformats.org/drawingml/2006/main" noGrp="1"/>
          </p:cNvSpPr>
          <p:nvPr/>
        </p:nvSpPr>
        <p:spPr>
          <a:xfrm xmlns:a="http://schemas.openxmlformats.org/drawingml/2006/main" rot="0" flipH="1" flipV="1">
            <a:off x="12377809" y="2108471"/>
            <a:ext cx="363498" cy="1622"/>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19" name="Straight Connector 18">
            <a:extLst xmlns:a="http://schemas.openxmlformats.org/drawingml/2006/main">
              <a:ext uri="{FF2B5EF4-FFF2-40B4-BE49-F238E27FC236}">
                <a16:creationId xmlns:a16="http://schemas.microsoft.com/office/drawing/2014/main" id="{4CC33CA5-A0DC-4CB2-B689-B0AC8D1C404A}"/>
              </a:ext>
            </a:extLst>
          </p:cNvPr>
          <p:cNvSpPr>
            <a:spLocks xmlns:a="http://schemas.openxmlformats.org/drawingml/2006/main" noGrp="1"/>
          </p:cNvSpPr>
          <p:nvPr/>
        </p:nvSpPr>
        <p:spPr>
          <a:xfrm xmlns:a="http://schemas.openxmlformats.org/drawingml/2006/main" rot="0" flipH="1" flipV="1">
            <a:off x="12377809" y="1345690"/>
            <a:ext cx="363498" cy="1622"/>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
        <p:nvSpPr>
          <p:cNvPr id="22" name="Straight Connector 21">
            <a:extLst xmlns:a="http://schemas.openxmlformats.org/drawingml/2006/main">
              <a:ext uri="{FF2B5EF4-FFF2-40B4-BE49-F238E27FC236}">
                <a16:creationId xmlns:a16="http://schemas.microsoft.com/office/drawing/2014/main" id="{1DD557A3-836B-4E2D-99E4-DA0E5AEF5695}"/>
              </a:ext>
            </a:extLst>
          </p:cNvPr>
          <p:cNvSpPr>
            <a:spLocks xmlns:a="http://schemas.openxmlformats.org/drawingml/2006/main" noGrp="1"/>
          </p:cNvSpPr>
          <p:nvPr/>
        </p:nvSpPr>
        <p:spPr>
          <a:xfrm xmlns:a="http://schemas.openxmlformats.org/drawingml/2006/main" rot="0" flipH="1" flipV="1">
            <a:off x="12377809" y="5372066"/>
            <a:ext cx="363498" cy="1622"/>
          </a:xfrm>
          <a:prstGeom xmlns:a="http://schemas.openxmlformats.org/drawingml/2006/main" prst="line">
            <a:avLst/>
          </a:prstGeom>
          <a:ln xmlns:a="http://schemas.openxmlformats.org/drawingml/2006/main" w="6350">
            <a:solidFill>
              <a:schemeClr val="tx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pic>
        <p:nvPicPr>
          <p:cNvPr id="110" name="Picture 2">
            <a:extLst xmlns:a="http://schemas.openxmlformats.org/drawingml/2006/main">
              <a:ext uri="{FF2B5EF4-FFF2-40B4-BE49-F238E27FC236}">
                <a16:creationId xmlns:a16="http://schemas.microsoft.com/office/drawing/2014/main" id="{F2A4B37D-1625-4C46-AEDC-05E8D827DC5C}"/>
              </a:ext>
            </a:extLst>
          </p:cNvPr>
          <p:cNvPicPr>
            <a:picLocks xmlns:a="http://schemas.openxmlformats.org/drawingml/2006/main" noChangeAspect="1"/>
          </p:cNvPicPr>
          <p:nvPr/>
        </p:nvPicPr>
        <p:blipFill>
          <a:blip xmlns:r="http://schemas.openxmlformats.org/officeDocument/2006/relationships" xmlns:a="http://schemas.openxmlformats.org/drawingml/2006/main" r:embed="Ra1a999b0ef344e31"/>
          <a:srcRect xmlns:a="http://schemas.openxmlformats.org/drawingml/2006/main" l="0" t="0" r="0" b="0"/>
          <a:stretch xmlns:a="http://schemas.openxmlformats.org/drawingml/2006/main">
            <a:fillRect l="0" t="0" r="0" b="0"/>
          </a:stretch>
        </p:blipFill>
        <p:spPr>
          <a:xfrm xmlns:a="http://schemas.openxmlformats.org/drawingml/2006/main">
            <a:off x="-1976163" y="4621909"/>
            <a:ext cx="1916715" cy="579194"/>
          </a:xfrm>
          <a:prstGeom xmlns:a="http://schemas.openxmlformats.org/drawingml/2006/main" prst="rect">
            <a:avLst/>
          </a:prstGeom>
          <a:ln xmlns:a="http://schemas.openxmlformats.org/drawingml/2006/main" w="9525">
            <a:noFill/>
            <a:miter/>
          </a:ln>
          <a:effectLst xmlns:a="http://schemas.openxmlformats.org/drawingml/2006/main">
            <a:outerShdw blurRad="50800" dist="38100" dir="2700000" algn="tl" rotWithShape="0">
              <a:prstClr val="black">
                <a:alpha val="40000"/>
              </a:prstClr>
            </a:outerShdw>
          </a:effectLst>
        </p:spPr>
      </p:pic>
      <p:sp>
        <p:nvSpPr>
          <p:cNvPr id="111" name="TextBox 110">
            <a:extLst xmlns:a="http://schemas.openxmlformats.org/drawingml/2006/main">
              <a:ext uri="{FF2B5EF4-FFF2-40B4-BE49-F238E27FC236}">
                <a16:creationId xmlns:a16="http://schemas.microsoft.com/office/drawing/2014/main" id="{A9A4080E-6EE9-4186-9311-787CB061943E}"/>
              </a:ext>
            </a:extLst>
          </p:cNvPr>
          <p:cNvSpPr>
            <a:spLocks xmlns:a="http://schemas.openxmlformats.org/drawingml/2006/main" noGrp="1"/>
          </p:cNvSpPr>
          <p:nvPr/>
        </p:nvSpPr>
        <p:spPr>
          <a:xfrm xmlns:a="http://schemas.openxmlformats.org/drawingml/2006/main">
            <a:off x="-1980727" y="5221651"/>
            <a:ext cx="1916715" cy="1015663"/>
          </a:xfrm>
          <a:prstGeom xmlns:a="http://schemas.openxmlformats.org/drawingml/2006/main" prst="rect">
            <a:avLst/>
          </a:prstGeom>
          <a:solidFill xmlns:a="http://schemas.openxmlformats.org/drawingml/2006/main">
            <a:schemeClr val="bg1"/>
          </a:solidFill>
          <a:ln xmlns:a="http://schemas.openxmlformats.org/drawingml/2006/main" w="19050">
            <a:noFill/>
          </a:ln>
          <a:effectLst xmlns:a="http://schemas.openxmlformats.org/drawingml/2006/main">
            <a:outerShdw blurRad="50800" dist="38100" dir="2700000" algn="tl" rotWithShape="0">
              <a:prstClr val="black">
                <a:alpha val="40000"/>
              </a:prstClr>
            </a:outerShdw>
          </a:effectLst>
        </p:spPr>
        <p:txBody>
          <a:bodyPr xmlns:a="http://schemas.openxmlformats.org/drawingml/2006/main" wrap="square">
            <a:spAutoFit/>
          </a:bodyPr>
          <a:lstStyle xmlns:a="http://schemas.openxmlformats.org/drawingml/2006/main"/>
          <a:p xmlns:a="http://schemas.openxmlformats.org/drawingml/2006/main">
            <a:r>
              <a:rPr sz="1000" b="1">
                <a:solidFill>
                  <a:srgbClr val="D22630"/>
                </a:solidFill>
                <a:latin typeface="+mn-lt"/>
                <a:ea typeface="+mn-lt"/>
                <a:cs typeface="+mn-lt"/>
              </a:rPr>
              <a:t>Note</a:t>
            </a:r>
            <a:r>
              <a:rPr sz="1000">
                <a:solidFill>
                  <a:srgbClr val="D22630"/>
                </a:solidFill>
                <a:latin typeface="+mn-lt"/>
                <a:ea typeface="+mn-lt"/>
                <a:cs typeface="+mn-lt"/>
              </a:rPr>
              <a:t>: </a:t>
            </a:r>
            <a:r>
              <a:rPr sz="1000">
                <a:latin typeface="+mn-lt"/>
                <a:ea typeface="+mn-lt"/>
                <a:cs typeface="+mn-lt"/>
              </a:rPr>
              <a:t>To change text styles, place text cursor in text and choose to promote or demote level with one of</a:t>
            </a:r>
            <a:br>
              <a:rPr sz="1000">
                <a:latin typeface="+mn-lt"/>
                <a:ea typeface="+mn-lt"/>
                <a:cs typeface="+mn-lt"/>
              </a:rPr>
            </a:br>
            <a:r>
              <a:rPr sz="1000">
                <a:latin typeface="+mn-lt"/>
                <a:ea typeface="+mn-lt"/>
                <a:cs typeface="+mn-lt"/>
              </a:rPr>
              <a:t>the indicated buttons.</a:t>
            </a:r>
          </a:p>
          <a:p xmlns:a="http://schemas.openxmlformats.org/drawingml/2006/main">
            <a:r>
              <a:rPr sz="1000">
                <a:latin typeface="+mn-lt"/>
                <a:ea typeface="+mn-lt"/>
                <a:cs typeface="+mn-lt"/>
              </a:rPr>
              <a:t>(located on the HOME tab)</a:t>
            </a:r>
          </a:p>
        </p:txBody>
      </p:sp>
      <p:sp>
        <p:nvSpPr>
          <p:cNvPr id="2" name="TextBox 1">
            <a:extLst xmlns:a="http://schemas.openxmlformats.org/drawingml/2006/main">
              <a:ext uri="{FF2B5EF4-FFF2-40B4-BE49-F238E27FC236}">
                <a16:creationId xmlns:a16="http://schemas.microsoft.com/office/drawing/2014/main" id="{AA01E1A2-3722-73A5-E35B-3458FDF27AC3}"/>
              </a:ext>
            </a:extLst>
          </p:cNvPr>
          <p:cNvSpPr>
            <a:spLocks xmlns:a="http://schemas.openxmlformats.org/drawingml/2006/main" noGrp="1"/>
          </p:cNvSpPr>
          <p:nvPr/>
        </p:nvSpPr>
        <p:spPr>
          <a:xfrm xmlns:a="http://schemas.openxmlformats.org/drawingml/2006/main">
            <a:off x="10982010" y="6707153"/>
            <a:ext cx="1241748" cy="152435"/>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1000">
                <a:solidFill>
                  <a:srgbClr val="000000"/>
                </a:solidFill>
                <a:latin typeface="Calibri"/>
                <a:ea typeface="Calibri"/>
                <a:cs typeface="Calibri"/>
              </a:rPr>
              <a:t>Classification: GENERAL</a:t>
            </a: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d233d312634e21"/>
    <p:sldLayoutId xmlns:r="http://schemas.openxmlformats.org/officeDocument/2006/relationships" id="2147483650" r:id="Rcd43406e6f2548b1"/>
    <p:sldLayoutId xmlns:r="http://schemas.openxmlformats.org/officeDocument/2006/relationships" id="2147483651" r:id="R4ae7899d1a904bfc"/>
    <p:sldLayoutId xmlns:r="http://schemas.openxmlformats.org/officeDocument/2006/relationships" id="2147483652" r:id="Raffaa6adcc244d84"/>
    <p:sldLayoutId xmlns:r="http://schemas.openxmlformats.org/officeDocument/2006/relationships" id="2147483653" r:id="Rc4dc54a981d247e2"/>
    <p:sldLayoutId xmlns:r="http://schemas.openxmlformats.org/officeDocument/2006/relationships" id="2147483654" r:id="R0cfc0b206cb1456c"/>
    <p:sldLayoutId xmlns:r="http://schemas.openxmlformats.org/officeDocument/2006/relationships" id="2147483655" r:id="Ree8873df18824f64"/>
    <p:sldLayoutId xmlns:r="http://schemas.openxmlformats.org/officeDocument/2006/relationships" id="2147483656" r:id="R1c2c3c2394c94e57"/>
    <p:sldLayoutId xmlns:r="http://schemas.openxmlformats.org/officeDocument/2006/relationships" id="2147483657" r:id="R8e5e87089035460d"/>
    <p:sldLayoutId xmlns:r="http://schemas.openxmlformats.org/officeDocument/2006/relationships" id="2147483658" r:id="R7c33bfa7b51c4655"/>
    <p:sldLayoutId xmlns:r="http://schemas.openxmlformats.org/officeDocument/2006/relationships" id="2147483659" r:id="Re15da5948f2143bb"/>
    <p:sldLayoutId xmlns:r="http://schemas.openxmlformats.org/officeDocument/2006/relationships" id="2147483660" r:id="Rfa8d355b9aee4bc4"/>
    <p:sldLayoutId xmlns:r="http://schemas.openxmlformats.org/officeDocument/2006/relationships" id="2147483661" r:id="R943c582d18434a24"/>
    <p:sldLayoutId xmlns:r="http://schemas.openxmlformats.org/officeDocument/2006/relationships" id="2147483662" r:id="R35eb1f4db7b44550"/>
    <p:sldLayoutId xmlns:r="http://schemas.openxmlformats.org/officeDocument/2006/relationships" id="2147483663" r:id="R5cd39fd2ef93447e"/>
    <p:sldLayoutId xmlns:r="http://schemas.openxmlformats.org/officeDocument/2006/relationships" id="2147483664" r:id="Ra1929327d59c4210"/>
    <p:sldLayoutId xmlns:r="http://schemas.openxmlformats.org/officeDocument/2006/relationships" id="2147483665" r:id="Rd994becc2932416d"/>
    <p:sldLayoutId xmlns:r="http://schemas.openxmlformats.org/officeDocument/2006/relationships" id="2147483666" r:id="R26811d0b2c254891"/>
  </p:sldLayoutIdLst>
  <p:txStyles>
    <p:titleStyle>
      <a:lvl1pPr xmlns:a="http://schemas.openxmlformats.org/drawingml/2006/main" algn="l">
        <a:spcBef>
          <a:spcPct val="0"/>
        </a:spcBef>
        <a:spcAft>
          <a:spcPct val="0"/>
        </a:spcAft>
        <a:buNone/>
        <a:defRPr sz="2600" b="1" cap="none" baseline="0">
          <a:solidFill>
            <a:schemeClr val="tx2"/>
          </a:solidFill>
          <a:latin typeface="+mj-lt"/>
          <a:ea typeface="+mj-lt"/>
          <a:cs typeface="+mj-lt"/>
        </a:defRPr>
      </a:lvl1pPr>
      <a:lvl2pPr xmlns:a="http://schemas.openxmlformats.org/drawingml/2006/main" algn="l">
        <a:spcBef>
          <a:spcPct val="0"/>
        </a:spcBef>
        <a:spcAft>
          <a:spcPct val="0"/>
        </a:spcAft>
        <a:buNone/>
        <a:defRPr sz="3000">
          <a:solidFill>
            <a:schemeClr val="tx1"/>
          </a:solidFill>
          <a:latin typeface="Arial"/>
          <a:ea typeface="Arial"/>
          <a:cs typeface="Arial"/>
        </a:defRPr>
      </a:lvl2pPr>
      <a:lvl3pPr xmlns:a="http://schemas.openxmlformats.org/drawingml/2006/main" algn="l">
        <a:spcBef>
          <a:spcPct val="0"/>
        </a:spcBef>
        <a:spcAft>
          <a:spcPct val="0"/>
        </a:spcAft>
        <a:buNone/>
        <a:defRPr sz="3000">
          <a:solidFill>
            <a:schemeClr val="tx1"/>
          </a:solidFill>
          <a:latin typeface="Arial"/>
          <a:ea typeface="Arial"/>
          <a:cs typeface="Arial"/>
        </a:defRPr>
      </a:lvl3pPr>
      <a:lvl4pPr xmlns:a="http://schemas.openxmlformats.org/drawingml/2006/main" algn="l">
        <a:spcBef>
          <a:spcPct val="0"/>
        </a:spcBef>
        <a:spcAft>
          <a:spcPct val="0"/>
        </a:spcAft>
        <a:buNone/>
        <a:defRPr sz="3000">
          <a:solidFill>
            <a:schemeClr val="tx1"/>
          </a:solidFill>
          <a:latin typeface="Arial"/>
          <a:ea typeface="Arial"/>
          <a:cs typeface="Arial"/>
        </a:defRPr>
      </a:lvl4pPr>
      <a:lvl5pPr xmlns:a="http://schemas.openxmlformats.org/drawingml/2006/main" algn="l">
        <a:spcBef>
          <a:spcPct val="0"/>
        </a:spcBef>
        <a:spcAft>
          <a:spcPct val="0"/>
        </a:spcAft>
        <a:buNone/>
        <a:defRPr sz="3000">
          <a:solidFill>
            <a:schemeClr val="tx1"/>
          </a:solidFill>
          <a:latin typeface="Arial"/>
          <a:ea typeface="Arial"/>
          <a:cs typeface="Arial"/>
        </a:defRPr>
      </a:lvl5pPr>
      <a:lvl6pPr xmlns:a="http://schemas.openxmlformats.org/drawingml/2006/main" marL="544334" algn="l">
        <a:spcBef>
          <a:spcPct val="0"/>
        </a:spcBef>
        <a:spcAft>
          <a:spcPct val="0"/>
        </a:spcAft>
        <a:buNone/>
        <a:defRPr sz="3000">
          <a:solidFill>
            <a:schemeClr val="tx1"/>
          </a:solidFill>
          <a:latin typeface="Arial"/>
          <a:ea typeface="Arial"/>
          <a:cs typeface="Arial"/>
        </a:defRPr>
      </a:lvl6pPr>
      <a:lvl7pPr xmlns:a="http://schemas.openxmlformats.org/drawingml/2006/main" marL="1088667" algn="l">
        <a:spcBef>
          <a:spcPct val="0"/>
        </a:spcBef>
        <a:spcAft>
          <a:spcPct val="0"/>
        </a:spcAft>
        <a:buNone/>
        <a:defRPr sz="3000">
          <a:solidFill>
            <a:schemeClr val="tx1"/>
          </a:solidFill>
          <a:latin typeface="Arial"/>
          <a:ea typeface="Arial"/>
          <a:cs typeface="Arial"/>
        </a:defRPr>
      </a:lvl7pPr>
      <a:lvl8pPr xmlns:a="http://schemas.openxmlformats.org/drawingml/2006/main" marL="1633001" algn="l">
        <a:spcBef>
          <a:spcPct val="0"/>
        </a:spcBef>
        <a:spcAft>
          <a:spcPct val="0"/>
        </a:spcAft>
        <a:buNone/>
        <a:defRPr sz="3000">
          <a:solidFill>
            <a:schemeClr val="tx1"/>
          </a:solidFill>
          <a:latin typeface="Arial"/>
          <a:ea typeface="Arial"/>
          <a:cs typeface="Arial"/>
        </a:defRPr>
      </a:lvl8pPr>
      <a:lvl9pPr xmlns:a="http://schemas.openxmlformats.org/drawingml/2006/main" marL="2177334" algn="l">
        <a:spcBef>
          <a:spcPct val="0"/>
        </a:spcBef>
        <a:spcAft>
          <a:spcPct val="0"/>
        </a:spcAft>
        <a:buNone/>
        <a:defRPr sz="3000">
          <a:solidFill>
            <a:schemeClr val="tx1"/>
          </a:solidFill>
          <a:latin typeface="Arial"/>
          <a:ea typeface="Arial"/>
          <a:cs typeface="Arial"/>
        </a:defRPr>
      </a:lvl9pPr>
    </p:titleStyle>
    <p:bodyStyle>
      <a:lvl1pPr xmlns:a="http://schemas.openxmlformats.org/drawingml/2006/main" algn="l">
        <a:lnSpc>
          <a:spcPct val="125000"/>
        </a:lnSpc>
        <a:spcBef>
          <a:spcPts val="0"/>
        </a:spcBef>
        <a:spcAft>
          <a:spcPts val="1400"/>
        </a:spcAft>
        <a:buNone/>
        <a:defRPr sz="1400" b="0">
          <a:solidFill>
            <a:schemeClr val="tx2"/>
          </a:solidFill>
          <a:latin typeface="+mn-lt"/>
          <a:ea typeface="+mn-lt"/>
          <a:cs typeface="+mn-lt"/>
        </a:defRPr>
      </a:lvl1pPr>
      <a:lvl2pPr xmlns:a="http://schemas.openxmlformats.org/drawingml/2006/main" marL="179982" indent="-179982" algn="l">
        <a:lnSpc>
          <a:spcPct val="125000"/>
        </a:lnSpc>
        <a:spcBef>
          <a:spcPts val="700"/>
        </a:spcBef>
        <a:spcAft>
          <a:spcPct val="0"/>
        </a:spcAft>
        <a:buClr>
          <a:schemeClr val="accent2"/>
        </a:buClr>
        <a:buFontTx/>
        <a:buNone/>
        <a:defRPr sz="1400" b="0">
          <a:solidFill>
            <a:schemeClr val="tx2"/>
          </a:solidFill>
          <a:latin typeface="+mn-lt"/>
          <a:ea typeface="+mn-lt"/>
          <a:cs typeface="+mn-lt"/>
        </a:defRPr>
      </a:lvl2pPr>
      <a:lvl3pPr xmlns:a="http://schemas.openxmlformats.org/drawingml/2006/main" marL="360327" indent="-173021" algn="l">
        <a:lnSpc>
          <a:spcPct val="125000"/>
        </a:lnSpc>
        <a:spcBef>
          <a:spcPts val="200"/>
        </a:spcBef>
        <a:spcAft>
          <a:spcPct val="0"/>
        </a:spcAft>
        <a:buClrTx/>
        <a:buFont typeface="Amalia"/>
        <a:buChar char="•"/>
        <a:defRPr sz="1200">
          <a:solidFill>
            <a:schemeClr val="tx2"/>
          </a:solidFill>
          <a:latin typeface="+mn-lt"/>
          <a:ea typeface="+mn-lt"/>
          <a:cs typeface="+mn-lt"/>
        </a:defRPr>
      </a:lvl3pPr>
      <a:lvl4pPr xmlns:a="http://schemas.openxmlformats.org/drawingml/2006/main" marL="532747" indent="-179370" algn="l">
        <a:lnSpc>
          <a:spcPct val="125000"/>
        </a:lnSpc>
        <a:spcBef>
          <a:spcPts val="540"/>
        </a:spcBef>
        <a:spcAft>
          <a:spcPct val="0"/>
        </a:spcAft>
        <a:buClrTx/>
        <a:buFont typeface="Nokia Pure Headline Light"/>
        <a:buChar char="–"/>
        <a:defRPr sz="1000">
          <a:solidFill>
            <a:schemeClr val="tx2"/>
          </a:solidFill>
          <a:latin typeface="+mn-lt"/>
          <a:ea typeface="+mn-lt"/>
          <a:cs typeface="+mn-lt"/>
        </a:defRPr>
      </a:lvl4pPr>
      <a:lvl5pPr xmlns:a="http://schemas.openxmlformats.org/drawingml/2006/main" marL="0" indent="0" algn="l">
        <a:lnSpc>
          <a:spcPct val="125000"/>
        </a:lnSpc>
        <a:spcBef>
          <a:spcPts val="1999"/>
        </a:spcBef>
        <a:spcAft>
          <a:spcPct val="0"/>
        </a:spcAft>
        <a:buFont typeface="Calibri"/>
        <a:buNone/>
        <a:defRPr sz="1200" b="0" u="sng" baseline="0">
          <a:solidFill>
            <a:srgbClr val="64C5C9"/>
          </a:solidFill>
          <a:latin typeface="+mn-lt"/>
          <a:ea typeface="+mn-lt"/>
          <a:cs typeface="+mn-lt"/>
        </a:defRPr>
      </a:lvl5pPr>
      <a:lvl6pPr xmlns:a="http://schemas.openxmlformats.org/drawingml/2006/main" marL="0" indent="0" algn="l">
        <a:spcBef>
          <a:spcPts val="2858"/>
        </a:spcBef>
        <a:spcAft>
          <a:spcPct val="0"/>
        </a:spcAft>
        <a:buFont typeface="Arial"/>
        <a:buNone/>
        <a:defRPr sz="1400">
          <a:solidFill>
            <a:srgbClr val="FF0000"/>
          </a:solidFill>
          <a:latin typeface="+mn-lt"/>
          <a:ea typeface="+mn-lt"/>
          <a:cs typeface="+mn-lt"/>
        </a:defRPr>
      </a:lvl6pPr>
      <a:lvl7pPr xmlns:a="http://schemas.openxmlformats.org/drawingml/2006/main" marL="2687647" indent="-124744" algn="l">
        <a:spcBef>
          <a:spcPct val="20000"/>
        </a:spcBef>
        <a:spcAft>
          <a:spcPct val="0"/>
        </a:spcAft>
        <a:buFont typeface="Arial"/>
        <a:buChar char="–"/>
        <a:defRPr sz="1300">
          <a:solidFill>
            <a:schemeClr val="tx1"/>
          </a:solidFill>
          <a:latin typeface="+mn-lt"/>
          <a:ea typeface="+mn-lt"/>
          <a:cs typeface="+mn-lt"/>
        </a:defRPr>
      </a:lvl7pPr>
      <a:lvl8pPr xmlns:a="http://schemas.openxmlformats.org/drawingml/2006/main" marL="3231980" indent="-124744" algn="l">
        <a:spcBef>
          <a:spcPct val="20000"/>
        </a:spcBef>
        <a:spcAft>
          <a:spcPct val="0"/>
        </a:spcAft>
        <a:buFont typeface="Arial"/>
        <a:buChar char="–"/>
        <a:defRPr sz="1300">
          <a:solidFill>
            <a:schemeClr val="tx1"/>
          </a:solidFill>
          <a:latin typeface="+mn-lt"/>
          <a:ea typeface="+mn-lt"/>
          <a:cs typeface="+mn-lt"/>
        </a:defRPr>
      </a:lvl8pPr>
      <a:lvl9pPr xmlns:a="http://schemas.openxmlformats.org/drawingml/2006/main" marL="3776314" indent="-124744" algn="l">
        <a:spcBef>
          <a:spcPct val="20000"/>
        </a:spcBef>
        <a:spcAft>
          <a:spcPct val="0"/>
        </a:spcAft>
        <a:buFont typeface="Arial"/>
        <a:buChar char="–"/>
        <a:defRPr sz="1300">
          <a:solidFill>
            <a:schemeClr val="tx1"/>
          </a:solidFill>
          <a:latin typeface="+mn-lt"/>
          <a:ea typeface="+mn-lt"/>
          <a:cs typeface="+mn-lt"/>
        </a:defRPr>
      </a:lvl9pPr>
    </p:bodyStyle>
    <p:otherStyle>
      <a:lvl1pPr xmlns:a="http://schemas.openxmlformats.org/drawingml/2006/main" marL="0" algn="l" defTabSz="1088667">
        <a:buNone/>
        <a:defRPr sz="2099" kern="1200">
          <a:solidFill>
            <a:schemeClr val="tx1"/>
          </a:solidFill>
          <a:latin typeface="+mn-lt"/>
          <a:ea typeface="+mn-lt"/>
          <a:cs typeface="+mn-lt"/>
        </a:defRPr>
      </a:lvl1pPr>
      <a:lvl2pPr xmlns:a="http://schemas.openxmlformats.org/drawingml/2006/main" marL="544334" algn="l" defTabSz="1088667">
        <a:buNone/>
        <a:defRPr sz="2099" kern="1200">
          <a:solidFill>
            <a:schemeClr val="tx1"/>
          </a:solidFill>
          <a:latin typeface="+mn-lt"/>
          <a:ea typeface="+mn-lt"/>
          <a:cs typeface="+mn-lt"/>
        </a:defRPr>
      </a:lvl2pPr>
      <a:lvl3pPr xmlns:a="http://schemas.openxmlformats.org/drawingml/2006/main" marL="1088667" algn="l" defTabSz="1088667">
        <a:buNone/>
        <a:defRPr sz="2099" kern="1200">
          <a:solidFill>
            <a:schemeClr val="tx1"/>
          </a:solidFill>
          <a:latin typeface="+mn-lt"/>
          <a:ea typeface="+mn-lt"/>
          <a:cs typeface="+mn-lt"/>
        </a:defRPr>
      </a:lvl3pPr>
      <a:lvl4pPr xmlns:a="http://schemas.openxmlformats.org/drawingml/2006/main" marL="1633001" algn="l" defTabSz="1088667">
        <a:buNone/>
        <a:defRPr sz="2099" kern="1200">
          <a:solidFill>
            <a:schemeClr val="tx1"/>
          </a:solidFill>
          <a:latin typeface="+mn-lt"/>
          <a:ea typeface="+mn-lt"/>
          <a:cs typeface="+mn-lt"/>
        </a:defRPr>
      </a:lvl4pPr>
      <a:lvl5pPr xmlns:a="http://schemas.openxmlformats.org/drawingml/2006/main" marL="2177334" algn="l" defTabSz="1088667">
        <a:buNone/>
        <a:defRPr sz="2099" kern="1200">
          <a:solidFill>
            <a:schemeClr val="tx1"/>
          </a:solidFill>
          <a:latin typeface="+mn-lt"/>
          <a:ea typeface="+mn-lt"/>
          <a:cs typeface="+mn-lt"/>
        </a:defRPr>
      </a:lvl5pPr>
      <a:lvl6pPr xmlns:a="http://schemas.openxmlformats.org/drawingml/2006/main" marL="2721667" algn="l" defTabSz="1088667">
        <a:buNone/>
        <a:defRPr sz="2099" kern="1200">
          <a:solidFill>
            <a:schemeClr val="tx1"/>
          </a:solidFill>
          <a:latin typeface="+mn-lt"/>
          <a:ea typeface="+mn-lt"/>
          <a:cs typeface="+mn-lt"/>
        </a:defRPr>
      </a:lvl6pPr>
      <a:lvl7pPr xmlns:a="http://schemas.openxmlformats.org/drawingml/2006/main" marL="3266001" algn="l" defTabSz="1088667">
        <a:buNone/>
        <a:defRPr sz="2099" kern="1200">
          <a:solidFill>
            <a:schemeClr val="tx1"/>
          </a:solidFill>
          <a:latin typeface="+mn-lt"/>
          <a:ea typeface="+mn-lt"/>
          <a:cs typeface="+mn-lt"/>
        </a:defRPr>
      </a:lvl7pPr>
      <a:lvl8pPr xmlns:a="http://schemas.openxmlformats.org/drawingml/2006/main" marL="3810335" algn="l" defTabSz="1088667">
        <a:buNone/>
        <a:defRPr sz="2099" kern="1200">
          <a:solidFill>
            <a:schemeClr val="tx1"/>
          </a:solidFill>
          <a:latin typeface="+mn-lt"/>
          <a:ea typeface="+mn-lt"/>
          <a:cs typeface="+mn-lt"/>
        </a:defRPr>
      </a:lvl8pPr>
      <a:lvl9pPr xmlns:a="http://schemas.openxmlformats.org/drawingml/2006/main" marL="4354668" algn="l" defTabSz="1088667">
        <a:buNone/>
        <a:defRPr sz="2099"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1_Theme1">
  <a:themeElements>
    <a:clrScheme name="RBI Theme">
      <a:dk1>
        <a:srgbClr val="000000"/>
      </a:dk1>
      <a:lt1>
        <a:srgbClr val="FFFFFF"/>
      </a:lt1>
      <a:dk2>
        <a:srgbClr val="2B2D34"/>
      </a:dk2>
      <a:lt2>
        <a:srgbClr val="F1EDE6"/>
      </a:lt2>
      <a:accent1>
        <a:srgbClr val="FEE600"/>
      </a:accent1>
      <a:accent2>
        <a:srgbClr val="FFD403"/>
      </a:accent2>
      <a:accent3>
        <a:srgbClr val="F9BB30"/>
      </a:accent3>
      <a:accent4>
        <a:srgbClr val="67D0AB"/>
      </a:accent4>
      <a:accent5>
        <a:srgbClr val="FF8B6B"/>
      </a:accent5>
      <a:accent6>
        <a:srgbClr val="6A4CAD"/>
      </a:accent6>
      <a:hlink>
        <a:srgbClr val="64C5C9"/>
      </a:hlink>
      <a:folHlink>
        <a:srgbClr val="2B2D34"/>
      </a:folHlink>
    </a:clrScheme>
    <a:fontScheme name="RBI">
      <a:majorFont>
        <a:latin typeface="Amalia"/>
        <a:ea typeface=""/>
        <a:cs typeface=""/>
      </a:majorFont>
      <a:minorFont>
        <a:latin typeface="Amalia"/>
        <a:ea typeface=""/>
        <a:cs typeface=""/>
      </a:minorFont>
    </a:fontScheme>
    <a:fmtScheme name="RBI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0.xml" Id="Rd86d5aefec9549d3" /><Relationship Type="http://schemas.openxmlformats.org/officeDocument/2006/relationships/notesSlide" Target="/ppt/notesSlides/notesSlide1.xml" Id="R5f67d61f4c9b482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0.xml" Id="R9076c44d822e475c" /><Relationship Type="http://schemas.openxmlformats.org/officeDocument/2006/relationships/notesSlide" Target="/ppt/notesSlides/notesSlide2.xml" Id="R214537355240402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0.xml" Id="R8a81058311ef43a7" /><Relationship Type="http://schemas.openxmlformats.org/officeDocument/2006/relationships/notesSlide" Target="/ppt/notesSlides/notesSlide3.xml" Id="Rf6f2c4b4161e4b7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0.xml" Id="R3905414eabd34a02" /><Relationship Type="http://schemas.openxmlformats.org/officeDocument/2006/relationships/notesSlide" Target="/ppt/notesSlides/notesSlide4.xml" Id="Rcdb7fb0fa8e448a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0.xml" Id="R2ce2887749d34bf0" /><Relationship Type="http://schemas.openxmlformats.org/officeDocument/2006/relationships/notesSlide" Target="/ppt/notesSlides/notesSlide5.xml" Id="R7de730c3aac64a4e"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 name="Title 3">
            <a:extLst xmlns:a="http://schemas.openxmlformats.org/drawingml/2006/main">
              <a:ext uri="{FF2B5EF4-FFF2-40B4-BE49-F238E27FC236}">
                <a16:creationId xmlns:a16="http://schemas.microsoft.com/office/drawing/2014/main" id="{8B76A555-F37C-8266-EA63-BD4F318750F2}"/>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defPPr>
              <a:defRPr sz="2400" b="1"/>
            </a:defPPr>
            <a:lvl1pPr algn="l">
              <a:buNone/>
              <a:defRPr sz="2400" b="1">
                <a:solidFill>
                  <a:schemeClr val="tx1"/>
                </a:solidFill>
              </a:defRPr>
            </a:lvl1pPr>
            <a:lvl2pPr>
              <a:defRPr sz="2400" b="1"/>
            </a:lvl2pPr>
            <a:lvl3pPr>
              <a:defRPr sz="2400" b="1"/>
            </a:lvl3pPr>
            <a:lvl4pPr>
              <a:defRPr sz="2400" b="1"/>
            </a:lvl4pPr>
            <a:lvl5pPr>
              <a:defRPr sz="2400" b="1"/>
            </a:lvl5pPr>
            <a:lvl6pPr>
              <a:defRPr sz="2400" b="1"/>
            </a:lvl6pPr>
            <a:lvl7pPr>
              <a:defRPr sz="2400" b="1"/>
            </a:lvl7pPr>
            <a:lvl8pPr>
              <a:defRPr sz="2400" b="1"/>
            </a:lvl8pPr>
            <a:lvl9pPr>
              <a:defRPr sz="2400" b="1"/>
            </a:lvl9pPr>
          </a:lstStyle>
          <a:p xmlns:a="http://schemas.openxmlformats.org/drawingml/2006/main">
            <a:pPr>
              <a:defRPr sz="2400" b="1"/>
            </a:pPr>
            <a:r>
              <a:rPr sz="2400" b="1"/>
              <a:t>Human-AI collaboration in Innovation</a:t>
            </a:r>
            <a:endParaRPr/>
          </a:p>
        </p:txBody>
      </p:sp>
      <p:sp>
        <p:nvSpPr>
          <p:cNvPr id="2" name="Content Placeholder 5">
            <a:extLst xmlns:a="http://schemas.openxmlformats.org/drawingml/2006/main">
              <a:ext uri="{FF2B5EF4-FFF2-40B4-BE49-F238E27FC236}">
                <a16:creationId xmlns:a16="http://schemas.microsoft.com/office/drawing/2014/main" id="{26D3446A-AF26-7650-3472-E6C68D936B3F}"/>
              </a:ext>
            </a:extLst>
          </p:cNvPr>
          <p:cNvSpPr>
            <a:spLocks xmlns:a="http://schemas.openxmlformats.org/drawingml/2006/main" noGrp="1"/>
          </p:cNvSpPr>
          <p:nvPr>
            <p:ph idx="10"/>
          </p:nvPr>
        </p:nvSpPr>
        <p:spPr/>
        <p:txBody>
          <a:bodyPr xmlns:a="http://schemas.openxmlformats.org/drawingml/2006/main"/>
          <a:lstStyle xmlns:a="http://schemas.openxmlformats.org/drawingml/2006/main"/>
          <a:p xmlns:a="http://schemas.openxmlformats.org/drawingml/2006/main">
            <a:pPr lvl="0">
              <a:buNone/>
            </a:pPr>
            <a:r>
              <a:t/>
            </a:r>
          </a:p>
        </p:txBody>
      </p:sp>
      <p:sp>
        <p:nvSpPr>
          <p:cNvPr id="3" name="">
            <a:extLst xmlns:a="http://schemas.openxmlformats.org/drawingml/2006/main">
              <a:ext uri="{FF2B5EF4-FFF2-40B4-BE49-F238E27FC236}">
                <a16:creationId xmlns:a16="http://schemas.microsoft.com/office/drawing/2014/main" id="{6087FE50-647F-4D47-BA18-E5FD282832F4}"/>
              </a:ext>
            </a:extLst>
          </p:cNvPr>
          <p:cNvSpPr>
            <a:spLocks xmlns:a="http://schemas.openxmlformats.org/drawingml/2006/main" noGrp="1"/>
          </p:cNvSpPr>
          <p:nvPr/>
        </p:nvSpPr>
        <p:spPr>
          <a:xfrm xmlns:a="http://schemas.openxmlformats.org/drawingml/2006/main">
            <a:off x="400050" y="1381125"/>
            <a:ext cx="10287000" cy="438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a:solidFill>
                  <a:srgbClr val="202020"/>
                </a:solidFill>
              </a:defRPr>
            </a:defPPr>
            <a:lvl1pPr>
              <a:defRPr sz="2100">
                <a:solidFill>
                  <a:srgbClr val="202020"/>
                </a:solidFill>
              </a:defRPr>
            </a:lvl1pPr>
            <a:lvl2pPr>
              <a:defRPr sz="2100">
                <a:solidFill>
                  <a:srgbClr val="202020"/>
                </a:solidFill>
              </a:defRPr>
            </a:lvl2pPr>
            <a:lvl3pPr>
              <a:defRPr sz="2100">
                <a:solidFill>
                  <a:srgbClr val="202020"/>
                </a:solidFill>
              </a:defRPr>
            </a:lvl3pPr>
            <a:lvl4pPr>
              <a:defRPr sz="2100">
                <a:solidFill>
                  <a:srgbClr val="202020"/>
                </a:solidFill>
              </a:defRPr>
            </a:lvl4pPr>
            <a:lvl5pPr>
              <a:defRPr sz="2100">
                <a:solidFill>
                  <a:srgbClr val="202020"/>
                </a:solidFill>
              </a:defRPr>
            </a:lvl5pPr>
            <a:lvl6pPr>
              <a:defRPr sz="2100">
                <a:solidFill>
                  <a:srgbClr val="202020"/>
                </a:solidFill>
              </a:defRPr>
            </a:lvl6pPr>
            <a:lvl7pPr>
              <a:defRPr sz="2100">
                <a:solidFill>
                  <a:srgbClr val="202020"/>
                </a:solidFill>
              </a:defRPr>
            </a:lvl7pPr>
            <a:lvl8pPr>
              <a:defRPr sz="2100">
                <a:solidFill>
                  <a:srgbClr val="202020"/>
                </a:solidFill>
              </a:defRPr>
            </a:lvl8pPr>
            <a:lvl9pPr>
              <a:defRPr sz="2100">
                <a:solidFill>
                  <a:srgbClr val="202020"/>
                </a:solidFill>
              </a:defRPr>
            </a:lvl9pPr>
          </a:lstStyle>
          <a:p xmlns:a="http://schemas.openxmlformats.org/drawingml/2006/main">
            <a:pPr>
              <a:defRPr sz="2100">
                <a:solidFill>
                  <a:srgbClr val="202020"/>
                </a:solidFill>
              </a:defRPr>
            </a:pPr>
            <a:r>
              <a:rPr sz="2100">
                <a:solidFill>
                  <a:srgbClr val="202020"/>
                </a:solidFill>
              </a:rPr>
              <a:t>People bring customer understanding, purpose and accountability.</a:t>
            </a:r>
          </a:p>
          <a:p xmlns:a="http://schemas.openxmlformats.org/drawingml/2006/main">
            <a:r>
              <a:t/>
            </a:r>
          </a:p>
          <a:p xmlns:a="http://schemas.openxmlformats.org/drawingml/2006/main">
            <a:pPr>
              <a:defRPr sz="2100">
                <a:solidFill>
                  <a:srgbClr val="202020"/>
                </a:solidFill>
              </a:defRPr>
            </a:pPr>
            <a:r>
              <a:rPr sz="2100">
                <a:solidFill>
                  <a:srgbClr val="202020"/>
                </a:solidFill>
              </a:rPr>
              <a:t>AI helps analyse information, explore alternatives and create drafts.</a:t>
            </a:r>
          </a:p>
          <a:p xmlns:a="http://schemas.openxmlformats.org/drawingml/2006/main">
            <a:r>
              <a:t/>
            </a:r>
          </a:p>
          <a:p xmlns:a="http://schemas.openxmlformats.org/drawingml/2006/main">
            <a:pPr>
              <a:defRPr sz="2100">
                <a:solidFill>
                  <a:srgbClr val="202020"/>
                </a:solidFill>
              </a:defRPr>
            </a:pPr>
            <a:r>
              <a:rPr sz="2100">
                <a:solidFill>
                  <a:srgbClr val="202020"/>
                </a:solidFill>
              </a:rPr>
              <a:t>Together, we can develop and test ideas faster.</a:t>
            </a:r>
          </a:p>
        </p:txBody>
      </p:sp>
      <p:sp>
        <p:nvSpPr>
          <p:cNvPr id="4" name="">
            <a:extLst xmlns:a="http://schemas.openxmlformats.org/drawingml/2006/main">
              <a:ext uri="{FF2B5EF4-FFF2-40B4-BE49-F238E27FC236}">
                <a16:creationId xmlns:a16="http://schemas.microsoft.com/office/drawing/2014/main" id="{4CBFC486-931A-41DF-9D83-E61032851381}"/>
              </a:ext>
            </a:extLst>
          </p:cNvPr>
          <p:cNvSpPr>
            <a:spLocks xmlns:a="http://schemas.openxmlformats.org/drawingml/2006/main" noGrp="1"/>
          </p:cNvSpPr>
          <p:nvPr/>
        </p:nvSpPr>
        <p:spPr>
          <a:xfrm xmlns:a="http://schemas.openxmlformats.org/drawingml/2006/main">
            <a:off x="400050" y="61912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a:solidFill>
                  <a:srgbClr val="555555"/>
                </a:solidFill>
              </a:defRPr>
            </a:defPPr>
            <a:lvl1pPr>
              <a:defRPr sz="1350">
                <a:solidFill>
                  <a:srgbClr val="555555"/>
                </a:solidFill>
              </a:defRPr>
            </a:lvl1pPr>
            <a:lvl2pPr>
              <a:defRPr sz="1350">
                <a:solidFill>
                  <a:srgbClr val="555555"/>
                </a:solidFill>
              </a:defRPr>
            </a:lvl2pPr>
            <a:lvl3pPr>
              <a:defRPr sz="1350">
                <a:solidFill>
                  <a:srgbClr val="555555"/>
                </a:solidFill>
              </a:defRPr>
            </a:lvl3pPr>
            <a:lvl4pPr>
              <a:defRPr sz="1350">
                <a:solidFill>
                  <a:srgbClr val="555555"/>
                </a:solidFill>
              </a:defRPr>
            </a:lvl4pPr>
            <a:lvl5pPr>
              <a:defRPr sz="1350">
                <a:solidFill>
                  <a:srgbClr val="555555"/>
                </a:solidFill>
              </a:defRPr>
            </a:lvl5pPr>
            <a:lvl6pPr>
              <a:defRPr sz="1350">
                <a:solidFill>
                  <a:srgbClr val="555555"/>
                </a:solidFill>
              </a:defRPr>
            </a:lvl6pPr>
            <a:lvl7pPr>
              <a:defRPr sz="1350">
                <a:solidFill>
                  <a:srgbClr val="555555"/>
                </a:solidFill>
              </a:defRPr>
            </a:lvl7pPr>
            <a:lvl8pPr>
              <a:defRPr sz="1350">
                <a:solidFill>
                  <a:srgbClr val="555555"/>
                </a:solidFill>
              </a:defRPr>
            </a:lvl8pPr>
            <a:lvl9pPr>
              <a:defRPr sz="1350">
                <a:solidFill>
                  <a:srgbClr val="555555"/>
                </a:solidFill>
              </a:defRPr>
            </a:lvl9pPr>
          </a:lstStyle>
          <a:p xmlns:a="http://schemas.openxmlformats.org/drawingml/2006/main">
            <a:pPr>
              <a:defRPr sz="1350">
                <a:solidFill>
                  <a:srgbClr val="555555"/>
                </a:solidFill>
              </a:defRPr>
            </a:pPr>
            <a:r>
              <a:rPr sz="1350">
                <a:solidFill>
                  <a:srgbClr val="555555"/>
                </a:solidFill>
              </a:rPr>
              <a:t>Team 15 | Innovation School 2026</a:t>
            </a:r>
          </a:p>
        </p:txBody>
      </p:sp>
    </p:spTree>
    <p:extLst>
      <p:ext uri="{BB962C8B-B14F-4D97-AF65-F5344CB8AC3E}">
        <p14:creationId xmlns:p14="http://schemas.microsoft.com/office/powerpoint/2010/main" val="197532714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 name="Title 3">
            <a:extLst xmlns:a="http://schemas.openxmlformats.org/drawingml/2006/main">
              <a:ext uri="{FF2B5EF4-FFF2-40B4-BE49-F238E27FC236}">
                <a16:creationId xmlns:a16="http://schemas.microsoft.com/office/drawing/2014/main" id="{8B76A555-F37C-8266-EA63-BD4F318750F2}"/>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defPPr>
              <a:defRPr sz="2400" b="1"/>
            </a:defPPr>
            <a:lvl1pPr algn="l">
              <a:buNone/>
              <a:defRPr sz="2400" b="1">
                <a:solidFill>
                  <a:schemeClr val="tx1"/>
                </a:solidFill>
              </a:defRPr>
            </a:lvl1pPr>
            <a:lvl2pPr>
              <a:defRPr sz="2400" b="1"/>
            </a:lvl2pPr>
            <a:lvl3pPr>
              <a:defRPr sz="2400" b="1"/>
            </a:lvl3pPr>
            <a:lvl4pPr>
              <a:defRPr sz="2400" b="1"/>
            </a:lvl4pPr>
            <a:lvl5pPr>
              <a:defRPr sz="2400" b="1"/>
            </a:lvl5pPr>
            <a:lvl6pPr>
              <a:defRPr sz="2400" b="1"/>
            </a:lvl6pPr>
            <a:lvl7pPr>
              <a:defRPr sz="2400" b="1"/>
            </a:lvl7pPr>
            <a:lvl8pPr>
              <a:defRPr sz="2400" b="1"/>
            </a:lvl8pPr>
            <a:lvl9pPr>
              <a:defRPr sz="2400" b="1"/>
            </a:lvl9pPr>
          </a:lstStyle>
          <a:p xmlns:a="http://schemas.openxmlformats.org/drawingml/2006/main">
            <a:pPr>
              <a:defRPr sz="2400" b="1"/>
            </a:pPr>
            <a:r>
              <a:rPr sz="2400" b="1"/>
              <a:t>AI in everyday innovation work</a:t>
            </a:r>
            <a:endParaRPr/>
          </a:p>
        </p:txBody>
      </p:sp>
      <p:sp>
        <p:nvSpPr>
          <p:cNvPr id="2" name="Content Placeholder 5">
            <a:extLst xmlns:a="http://schemas.openxmlformats.org/drawingml/2006/main">
              <a:ext uri="{FF2B5EF4-FFF2-40B4-BE49-F238E27FC236}">
                <a16:creationId xmlns:a16="http://schemas.microsoft.com/office/drawing/2014/main" id="{26D3446A-AF26-7650-3472-E6C68D936B3F}"/>
              </a:ext>
            </a:extLst>
          </p:cNvPr>
          <p:cNvSpPr>
            <a:spLocks xmlns:a="http://schemas.openxmlformats.org/drawingml/2006/main" noGrp="1"/>
          </p:cNvSpPr>
          <p:nvPr>
            <p:ph idx="10"/>
          </p:nvPr>
        </p:nvSpPr>
        <p:spPr/>
        <p:txBody>
          <a:bodyPr xmlns:a="http://schemas.openxmlformats.org/drawingml/2006/main"/>
          <a:lstStyle xmlns:a="http://schemas.openxmlformats.org/drawingml/2006/main"/>
          <a:p xmlns:a="http://schemas.openxmlformats.org/drawingml/2006/main">
            <a:pPr lvl="0">
              <a:buNone/>
            </a:pPr>
            <a:r>
              <a:t/>
            </a:r>
          </a:p>
        </p:txBody>
      </p:sp>
      <p:sp>
        <p:nvSpPr>
          <p:cNvPr id="3" name="">
            <a:extLst xmlns:a="http://schemas.openxmlformats.org/drawingml/2006/main">
              <a:ext uri="{FF2B5EF4-FFF2-40B4-BE49-F238E27FC236}">
                <a16:creationId xmlns:a16="http://schemas.microsoft.com/office/drawing/2014/main" id="{80F1714B-047F-4472-A0EA-BD70EB74C293}"/>
              </a:ext>
            </a:extLst>
          </p:cNvPr>
          <p:cNvSpPr>
            <a:spLocks xmlns:a="http://schemas.openxmlformats.org/drawingml/2006/main" noGrp="1"/>
          </p:cNvSpPr>
          <p:nvPr/>
        </p:nvSpPr>
        <p:spPr>
          <a:xfrm xmlns:a="http://schemas.openxmlformats.org/drawingml/2006/main">
            <a:off x="400050" y="1381125"/>
            <a:ext cx="10287000" cy="438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a:solidFill>
                  <a:srgbClr val="202020"/>
                </a:solidFill>
              </a:defRPr>
            </a:defPPr>
            <a:lvl1pPr>
              <a:defRPr sz="2100">
                <a:solidFill>
                  <a:srgbClr val="202020"/>
                </a:solidFill>
              </a:defRPr>
            </a:lvl1pPr>
            <a:lvl2pPr>
              <a:defRPr sz="2100">
                <a:solidFill>
                  <a:srgbClr val="202020"/>
                </a:solidFill>
              </a:defRPr>
            </a:lvl2pPr>
            <a:lvl3pPr>
              <a:defRPr sz="2100">
                <a:solidFill>
                  <a:srgbClr val="202020"/>
                </a:solidFill>
              </a:defRPr>
            </a:lvl3pPr>
            <a:lvl4pPr>
              <a:defRPr sz="2100">
                <a:solidFill>
                  <a:srgbClr val="202020"/>
                </a:solidFill>
              </a:defRPr>
            </a:lvl4pPr>
            <a:lvl5pPr>
              <a:defRPr sz="2100">
                <a:solidFill>
                  <a:srgbClr val="202020"/>
                </a:solidFill>
              </a:defRPr>
            </a:lvl5pPr>
            <a:lvl6pPr>
              <a:defRPr sz="2100">
                <a:solidFill>
                  <a:srgbClr val="202020"/>
                </a:solidFill>
              </a:defRPr>
            </a:lvl6pPr>
            <a:lvl7pPr>
              <a:defRPr sz="2100">
                <a:solidFill>
                  <a:srgbClr val="202020"/>
                </a:solidFill>
              </a:defRPr>
            </a:lvl7pPr>
            <a:lvl8pPr>
              <a:defRPr sz="2100">
                <a:solidFill>
                  <a:srgbClr val="202020"/>
                </a:solidFill>
              </a:defRPr>
            </a:lvl8pPr>
            <a:lvl9pPr>
              <a:defRPr sz="2100">
                <a:solidFill>
                  <a:srgbClr val="202020"/>
                </a:solidFill>
              </a:defRPr>
            </a:lvl9pPr>
          </a:lstStyle>
          <a:p xmlns:a="http://schemas.openxmlformats.org/drawingml/2006/main">
            <a:pPr>
              <a:defRPr sz="2100">
                <a:solidFill>
                  <a:srgbClr val="202020"/>
                </a:solidFill>
              </a:defRPr>
            </a:pPr>
            <a:r>
              <a:rPr sz="2100">
                <a:solidFill>
                  <a:srgbClr val="202020"/>
                </a:solidFill>
              </a:rPr>
              <a:t>Explore: prepare research questions and suggest patterns in approved notes.</a:t>
            </a:r>
          </a:p>
          <a:p xmlns:a="http://schemas.openxmlformats.org/drawingml/2006/main">
            <a:r>
              <a:t/>
            </a:r>
          </a:p>
          <a:p xmlns:a="http://schemas.openxmlformats.org/drawingml/2006/main">
            <a:pPr>
              <a:defRPr sz="2100">
                <a:solidFill>
                  <a:srgbClr val="202020"/>
                </a:solidFill>
              </a:defRPr>
            </a:pPr>
            <a:r>
              <a:rPr sz="2100">
                <a:solidFill>
                  <a:srgbClr val="202020"/>
                </a:solidFill>
              </a:rPr>
              <a:t>Create: develop alternative ideas and simple prototypes.</a:t>
            </a:r>
          </a:p>
          <a:p xmlns:a="http://schemas.openxmlformats.org/drawingml/2006/main">
            <a:r>
              <a:t/>
            </a:r>
          </a:p>
          <a:p xmlns:a="http://schemas.openxmlformats.org/drawingml/2006/main">
            <a:pPr>
              <a:defRPr sz="2100">
                <a:solidFill>
                  <a:srgbClr val="202020"/>
                </a:solidFill>
              </a:defRPr>
            </a:pPr>
            <a:r>
              <a:rPr sz="2100">
                <a:solidFill>
                  <a:srgbClr val="202020"/>
                </a:solidFill>
              </a:rPr>
              <a:t>Validate: people check evidence and test concepts with real users.</a:t>
            </a:r>
          </a:p>
        </p:txBody>
      </p:sp>
      <p:sp>
        <p:nvSpPr>
          <p:cNvPr id="4" name="">
            <a:extLst xmlns:a="http://schemas.openxmlformats.org/drawingml/2006/main">
              <a:ext uri="{FF2B5EF4-FFF2-40B4-BE49-F238E27FC236}">
                <a16:creationId xmlns:a16="http://schemas.microsoft.com/office/drawing/2014/main" id="{F3E63834-749D-470B-AF62-9E4838E5CF85}"/>
              </a:ext>
            </a:extLst>
          </p:cNvPr>
          <p:cNvSpPr>
            <a:spLocks xmlns:a="http://schemas.openxmlformats.org/drawingml/2006/main" noGrp="1"/>
          </p:cNvSpPr>
          <p:nvPr/>
        </p:nvSpPr>
        <p:spPr>
          <a:xfrm xmlns:a="http://schemas.openxmlformats.org/drawingml/2006/main">
            <a:off x="400050" y="61912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a:solidFill>
                  <a:srgbClr val="555555"/>
                </a:solidFill>
              </a:defRPr>
            </a:defPPr>
            <a:lvl1pPr>
              <a:defRPr sz="1350">
                <a:solidFill>
                  <a:srgbClr val="555555"/>
                </a:solidFill>
              </a:defRPr>
            </a:lvl1pPr>
            <a:lvl2pPr>
              <a:defRPr sz="1350">
                <a:solidFill>
                  <a:srgbClr val="555555"/>
                </a:solidFill>
              </a:defRPr>
            </a:lvl2pPr>
            <a:lvl3pPr>
              <a:defRPr sz="1350">
                <a:solidFill>
                  <a:srgbClr val="555555"/>
                </a:solidFill>
              </a:defRPr>
            </a:lvl3pPr>
            <a:lvl4pPr>
              <a:defRPr sz="1350">
                <a:solidFill>
                  <a:srgbClr val="555555"/>
                </a:solidFill>
              </a:defRPr>
            </a:lvl4pPr>
            <a:lvl5pPr>
              <a:defRPr sz="1350">
                <a:solidFill>
                  <a:srgbClr val="555555"/>
                </a:solidFill>
              </a:defRPr>
            </a:lvl5pPr>
            <a:lvl6pPr>
              <a:defRPr sz="1350">
                <a:solidFill>
                  <a:srgbClr val="555555"/>
                </a:solidFill>
              </a:defRPr>
            </a:lvl6pPr>
            <a:lvl7pPr>
              <a:defRPr sz="1350">
                <a:solidFill>
                  <a:srgbClr val="555555"/>
                </a:solidFill>
              </a:defRPr>
            </a:lvl7pPr>
            <a:lvl8pPr>
              <a:defRPr sz="1350">
                <a:solidFill>
                  <a:srgbClr val="555555"/>
                </a:solidFill>
              </a:defRPr>
            </a:lvl8pPr>
            <a:lvl9pPr>
              <a:defRPr sz="1350">
                <a:solidFill>
                  <a:srgbClr val="555555"/>
                </a:solidFill>
              </a:defRPr>
            </a:lvl9pPr>
          </a:lstStyle>
          <a:p xmlns:a="http://schemas.openxmlformats.org/drawingml/2006/main">
            <a:pPr>
              <a:defRPr sz="1350">
                <a:solidFill>
                  <a:srgbClr val="555555"/>
                </a:solidFill>
              </a:defRPr>
            </a:pPr>
            <a:r>
              <a:rPr sz="1350">
                <a:solidFill>
                  <a:srgbClr val="555555"/>
                </a:solidFill>
              </a:rPr>
              <a:t>Customer evidence remains essential</a:t>
            </a:r>
          </a:p>
        </p:txBody>
      </p:sp>
    </p:spTree>
    <p:extLst>
      <p:ext uri="{BB962C8B-B14F-4D97-AF65-F5344CB8AC3E}">
        <p14:creationId xmlns:p14="http://schemas.microsoft.com/office/powerpoint/2010/main" val="174106772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 name="Title 3">
            <a:extLst xmlns:a="http://schemas.openxmlformats.org/drawingml/2006/main">
              <a:ext uri="{FF2B5EF4-FFF2-40B4-BE49-F238E27FC236}">
                <a16:creationId xmlns:a16="http://schemas.microsoft.com/office/drawing/2014/main" id="{8B76A555-F37C-8266-EA63-BD4F318750F2}"/>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defPPr>
              <a:defRPr sz="2400" b="1"/>
            </a:defPPr>
            <a:lvl1pPr algn="l">
              <a:buNone/>
              <a:defRPr sz="2400" b="1">
                <a:solidFill>
                  <a:schemeClr val="tx1"/>
                </a:solidFill>
              </a:defRPr>
            </a:lvl1pPr>
            <a:lvl2pPr>
              <a:defRPr sz="2400" b="1"/>
            </a:lvl2pPr>
            <a:lvl3pPr>
              <a:defRPr sz="2400" b="1"/>
            </a:lvl3pPr>
            <a:lvl4pPr>
              <a:defRPr sz="2400" b="1"/>
            </a:lvl4pPr>
            <a:lvl5pPr>
              <a:defRPr sz="2400" b="1"/>
            </a:lvl5pPr>
            <a:lvl6pPr>
              <a:defRPr sz="2400" b="1"/>
            </a:lvl6pPr>
            <a:lvl7pPr>
              <a:defRPr sz="2400" b="1"/>
            </a:lvl7pPr>
            <a:lvl8pPr>
              <a:defRPr sz="2400" b="1"/>
            </a:lvl8pPr>
            <a:lvl9pPr>
              <a:defRPr sz="2400" b="1"/>
            </a:lvl9pPr>
          </a:lstStyle>
          <a:p xmlns:a="http://schemas.openxmlformats.org/drawingml/2006/main">
            <a:pPr>
              <a:defRPr sz="2400" b="1"/>
            </a:pPr>
            <a:r>
              <a:rPr sz="2400" b="1"/>
              <a:t>Example: our wealth-advice challenge</a:t>
            </a:r>
            <a:endParaRPr/>
          </a:p>
        </p:txBody>
      </p:sp>
      <p:sp>
        <p:nvSpPr>
          <p:cNvPr id="2" name="Content Placeholder 5">
            <a:extLst xmlns:a="http://schemas.openxmlformats.org/drawingml/2006/main">
              <a:ext uri="{FF2B5EF4-FFF2-40B4-BE49-F238E27FC236}">
                <a16:creationId xmlns:a16="http://schemas.microsoft.com/office/drawing/2014/main" id="{26D3446A-AF26-7650-3472-E6C68D936B3F}"/>
              </a:ext>
            </a:extLst>
          </p:cNvPr>
          <p:cNvSpPr>
            <a:spLocks xmlns:a="http://schemas.openxmlformats.org/drawingml/2006/main" noGrp="1"/>
          </p:cNvSpPr>
          <p:nvPr>
            <p:ph idx="10"/>
          </p:nvPr>
        </p:nvSpPr>
        <p:spPr/>
        <p:txBody>
          <a:bodyPr xmlns:a="http://schemas.openxmlformats.org/drawingml/2006/main"/>
          <a:lstStyle xmlns:a="http://schemas.openxmlformats.org/drawingml/2006/main"/>
          <a:p xmlns:a="http://schemas.openxmlformats.org/drawingml/2006/main">
            <a:pPr lvl="0">
              <a:buNone/>
            </a:pPr>
            <a:r>
              <a:t/>
            </a:r>
          </a:p>
        </p:txBody>
      </p:sp>
      <p:sp>
        <p:nvSpPr>
          <p:cNvPr id="3" name="">
            <a:extLst xmlns:a="http://schemas.openxmlformats.org/drawingml/2006/main">
              <a:ext uri="{FF2B5EF4-FFF2-40B4-BE49-F238E27FC236}">
                <a16:creationId xmlns:a16="http://schemas.microsoft.com/office/drawing/2014/main" id="{57FFDDAF-9ED3-4AED-99E3-CAA75F3BC1FA}"/>
              </a:ext>
            </a:extLst>
          </p:cNvPr>
          <p:cNvSpPr>
            <a:spLocks xmlns:a="http://schemas.openxmlformats.org/drawingml/2006/main" noGrp="1"/>
          </p:cNvSpPr>
          <p:nvPr/>
        </p:nvSpPr>
        <p:spPr>
          <a:xfrm xmlns:a="http://schemas.openxmlformats.org/drawingml/2006/main">
            <a:off x="400050" y="1381125"/>
            <a:ext cx="10287000" cy="438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a:solidFill>
                  <a:srgbClr val="202020"/>
                </a:solidFill>
              </a:defRPr>
            </a:defPPr>
            <a:lvl1pPr>
              <a:defRPr sz="2100">
                <a:solidFill>
                  <a:srgbClr val="202020"/>
                </a:solidFill>
              </a:defRPr>
            </a:lvl1pPr>
            <a:lvl2pPr>
              <a:defRPr sz="2100">
                <a:solidFill>
                  <a:srgbClr val="202020"/>
                </a:solidFill>
              </a:defRPr>
            </a:lvl2pPr>
            <a:lvl3pPr>
              <a:defRPr sz="2100">
                <a:solidFill>
                  <a:srgbClr val="202020"/>
                </a:solidFill>
              </a:defRPr>
            </a:lvl3pPr>
            <a:lvl4pPr>
              <a:defRPr sz="2100">
                <a:solidFill>
                  <a:srgbClr val="202020"/>
                </a:solidFill>
              </a:defRPr>
            </a:lvl4pPr>
            <a:lvl5pPr>
              <a:defRPr sz="2100">
                <a:solidFill>
                  <a:srgbClr val="202020"/>
                </a:solidFill>
              </a:defRPr>
            </a:lvl5pPr>
            <a:lvl6pPr>
              <a:defRPr sz="2100">
                <a:solidFill>
                  <a:srgbClr val="202020"/>
                </a:solidFill>
              </a:defRPr>
            </a:lvl6pPr>
            <a:lvl7pPr>
              <a:defRPr sz="2100">
                <a:solidFill>
                  <a:srgbClr val="202020"/>
                </a:solidFill>
              </a:defRPr>
            </a:lvl7pPr>
            <a:lvl8pPr>
              <a:defRPr sz="2100">
                <a:solidFill>
                  <a:srgbClr val="202020"/>
                </a:solidFill>
              </a:defRPr>
            </a:lvl8pPr>
            <a:lvl9pPr>
              <a:defRPr sz="2100">
                <a:solidFill>
                  <a:srgbClr val="202020"/>
                </a:solidFill>
              </a:defRPr>
            </a:lvl9pPr>
          </a:lstStyle>
          <a:p xmlns:a="http://schemas.openxmlformats.org/drawingml/2006/main">
            <a:pPr>
              <a:defRPr sz="2100">
                <a:solidFill>
                  <a:srgbClr val="202020"/>
                </a:solidFill>
              </a:defRPr>
            </a:pPr>
            <a:r>
              <a:rPr sz="2100">
                <a:solidFill>
                  <a:srgbClr val="202020"/>
                </a:solidFill>
              </a:rPr>
              <a:t>People identify customer needs through interviews.</a:t>
            </a:r>
          </a:p>
          <a:p xmlns:a="http://schemas.openxmlformats.org/drawingml/2006/main">
            <a:r>
              <a:t/>
            </a:r>
          </a:p>
          <a:p xmlns:a="http://schemas.openxmlformats.org/drawingml/2006/main">
            <a:pPr>
              <a:defRPr sz="2100">
                <a:solidFill>
                  <a:srgbClr val="202020"/>
                </a:solidFill>
              </a:defRPr>
            </a:pPr>
            <a:r>
              <a:rPr sz="2100">
                <a:solidFill>
                  <a:srgbClr val="202020"/>
                </a:solidFill>
              </a:rPr>
              <a:t>AI helps organise findings and draft alternative app concepts.</a:t>
            </a:r>
          </a:p>
          <a:p xmlns:a="http://schemas.openxmlformats.org/drawingml/2006/main">
            <a:r>
              <a:t/>
            </a:r>
          </a:p>
          <a:p xmlns:a="http://schemas.openxmlformats.org/drawingml/2006/main">
            <a:pPr>
              <a:defRPr sz="2100">
                <a:solidFill>
                  <a:srgbClr val="202020"/>
                </a:solidFill>
              </a:defRPr>
            </a:pPr>
            <a:r>
              <a:rPr sz="2100">
                <a:solidFill>
                  <a:srgbClr val="202020"/>
                </a:solidFill>
              </a:rPr>
              <a:t>The team selects a concept and tests it with customers.</a:t>
            </a:r>
          </a:p>
          <a:p xmlns:a="http://schemas.openxmlformats.org/drawingml/2006/main">
            <a:r>
              <a:t/>
            </a:r>
          </a:p>
          <a:p xmlns:a="http://schemas.openxmlformats.org/drawingml/2006/main">
            <a:pPr>
              <a:defRPr sz="2100">
                <a:solidFill>
                  <a:srgbClr val="202020"/>
                </a:solidFill>
              </a:defRPr>
            </a:pPr>
            <a:r>
              <a:rPr sz="2100">
                <a:solidFill>
                  <a:srgbClr val="202020"/>
                </a:solidFill>
              </a:rPr>
              <a:t>Customer feedback guides the next iteration.</a:t>
            </a:r>
          </a:p>
        </p:txBody>
      </p:sp>
      <p:sp>
        <p:nvSpPr>
          <p:cNvPr id="4" name="">
            <a:extLst xmlns:a="http://schemas.openxmlformats.org/drawingml/2006/main">
              <a:ext uri="{FF2B5EF4-FFF2-40B4-BE49-F238E27FC236}">
                <a16:creationId xmlns:a16="http://schemas.microsoft.com/office/drawing/2014/main" id="{97D3885F-4BAE-4559-977A-6BEB8D945770}"/>
              </a:ext>
            </a:extLst>
          </p:cNvPr>
          <p:cNvSpPr>
            <a:spLocks xmlns:a="http://schemas.openxmlformats.org/drawingml/2006/main" noGrp="1"/>
          </p:cNvSpPr>
          <p:nvPr/>
        </p:nvSpPr>
        <p:spPr>
          <a:xfrm xmlns:a="http://schemas.openxmlformats.org/drawingml/2006/main">
            <a:off x="400050" y="61912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a:solidFill>
                  <a:srgbClr val="555555"/>
                </a:solidFill>
              </a:defRPr>
            </a:defPPr>
            <a:lvl1pPr>
              <a:defRPr sz="1350">
                <a:solidFill>
                  <a:srgbClr val="555555"/>
                </a:solidFill>
              </a:defRPr>
            </a:lvl1pPr>
            <a:lvl2pPr>
              <a:defRPr sz="1350">
                <a:solidFill>
                  <a:srgbClr val="555555"/>
                </a:solidFill>
              </a:defRPr>
            </a:lvl2pPr>
            <a:lvl3pPr>
              <a:defRPr sz="1350">
                <a:solidFill>
                  <a:srgbClr val="555555"/>
                </a:solidFill>
              </a:defRPr>
            </a:lvl3pPr>
            <a:lvl4pPr>
              <a:defRPr sz="1350">
                <a:solidFill>
                  <a:srgbClr val="555555"/>
                </a:solidFill>
              </a:defRPr>
            </a:lvl4pPr>
            <a:lvl5pPr>
              <a:defRPr sz="1350">
                <a:solidFill>
                  <a:srgbClr val="555555"/>
                </a:solidFill>
              </a:defRPr>
            </a:lvl5pPr>
            <a:lvl6pPr>
              <a:defRPr sz="1350">
                <a:solidFill>
                  <a:srgbClr val="555555"/>
                </a:solidFill>
              </a:defRPr>
            </a:lvl6pPr>
            <a:lvl7pPr>
              <a:defRPr sz="1350">
                <a:solidFill>
                  <a:srgbClr val="555555"/>
                </a:solidFill>
              </a:defRPr>
            </a:lvl7pPr>
            <a:lvl8pPr>
              <a:defRPr sz="1350">
                <a:solidFill>
                  <a:srgbClr val="555555"/>
                </a:solidFill>
              </a:defRPr>
            </a:lvl8pPr>
            <a:lvl9pPr>
              <a:defRPr sz="1350">
                <a:solidFill>
                  <a:srgbClr val="555555"/>
                </a:solidFill>
              </a:defRPr>
            </a:lvl9pPr>
          </a:lstStyle>
          <a:p xmlns:a="http://schemas.openxmlformats.org/drawingml/2006/main">
            <a:pPr>
              <a:defRPr sz="1350">
                <a:solidFill>
                  <a:srgbClr val="555555"/>
                </a:solidFill>
              </a:defRPr>
            </a:pPr>
            <a:r>
              <a:rPr sz="1350">
                <a:solidFill>
                  <a:srgbClr val="555555"/>
                </a:solidFill>
              </a:rPr>
              <a:t>Illustrative workflow, not a record of completed activities</a:t>
            </a:r>
          </a:p>
        </p:txBody>
      </p:sp>
    </p:spTree>
    <p:extLst>
      <p:ext uri="{BB962C8B-B14F-4D97-AF65-F5344CB8AC3E}">
        <p14:creationId xmlns:p14="http://schemas.microsoft.com/office/powerpoint/2010/main" val="158441666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 name="Title 3">
            <a:extLst xmlns:a="http://schemas.openxmlformats.org/drawingml/2006/main">
              <a:ext uri="{FF2B5EF4-FFF2-40B4-BE49-F238E27FC236}">
                <a16:creationId xmlns:a16="http://schemas.microsoft.com/office/drawing/2014/main" id="{8B76A555-F37C-8266-EA63-BD4F318750F2}"/>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defPPr>
              <a:defRPr sz="2400" b="1"/>
            </a:defPPr>
            <a:lvl1pPr algn="l">
              <a:buNone/>
              <a:defRPr sz="2400" b="1">
                <a:solidFill>
                  <a:schemeClr val="tx1"/>
                </a:solidFill>
              </a:defRPr>
            </a:lvl1pPr>
            <a:lvl2pPr>
              <a:defRPr sz="2400" b="1"/>
            </a:lvl2pPr>
            <a:lvl3pPr>
              <a:defRPr sz="2400" b="1"/>
            </a:lvl3pPr>
            <a:lvl4pPr>
              <a:defRPr sz="2400" b="1"/>
            </a:lvl4pPr>
            <a:lvl5pPr>
              <a:defRPr sz="2400" b="1"/>
            </a:lvl5pPr>
            <a:lvl6pPr>
              <a:defRPr sz="2400" b="1"/>
            </a:lvl6pPr>
            <a:lvl7pPr>
              <a:defRPr sz="2400" b="1"/>
            </a:lvl7pPr>
            <a:lvl8pPr>
              <a:defRPr sz="2400" b="1"/>
            </a:lvl8pPr>
            <a:lvl9pPr>
              <a:defRPr sz="2400" b="1"/>
            </a:lvl9pPr>
          </a:lstStyle>
          <a:p xmlns:a="http://schemas.openxmlformats.org/drawingml/2006/main">
            <a:pPr>
              <a:defRPr sz="2400" b="1"/>
            </a:pPr>
            <a:r>
              <a:rPr sz="2400" b="1"/>
              <a:t>What management should enable</a:t>
            </a:r>
            <a:endParaRPr/>
          </a:p>
        </p:txBody>
      </p:sp>
      <p:sp>
        <p:nvSpPr>
          <p:cNvPr id="2" name="Content Placeholder 5">
            <a:extLst xmlns:a="http://schemas.openxmlformats.org/drawingml/2006/main">
              <a:ext uri="{FF2B5EF4-FFF2-40B4-BE49-F238E27FC236}">
                <a16:creationId xmlns:a16="http://schemas.microsoft.com/office/drawing/2014/main" id="{26D3446A-AF26-7650-3472-E6C68D936B3F}"/>
              </a:ext>
            </a:extLst>
          </p:cNvPr>
          <p:cNvSpPr>
            <a:spLocks xmlns:a="http://schemas.openxmlformats.org/drawingml/2006/main" noGrp="1"/>
          </p:cNvSpPr>
          <p:nvPr>
            <p:ph idx="10"/>
          </p:nvPr>
        </p:nvSpPr>
        <p:spPr/>
        <p:txBody>
          <a:bodyPr xmlns:a="http://schemas.openxmlformats.org/drawingml/2006/main"/>
          <a:lstStyle xmlns:a="http://schemas.openxmlformats.org/drawingml/2006/main"/>
          <a:p xmlns:a="http://schemas.openxmlformats.org/drawingml/2006/main">
            <a:pPr lvl="0">
              <a:buNone/>
            </a:pPr>
            <a:r>
              <a:t/>
            </a:r>
          </a:p>
        </p:txBody>
      </p:sp>
      <p:sp>
        <p:nvSpPr>
          <p:cNvPr id="3" name="">
            <a:extLst xmlns:a="http://schemas.openxmlformats.org/drawingml/2006/main">
              <a:ext uri="{FF2B5EF4-FFF2-40B4-BE49-F238E27FC236}">
                <a16:creationId xmlns:a16="http://schemas.microsoft.com/office/drawing/2014/main" id="{9FE7D42E-BDDB-4137-8792-8794188965C6}"/>
              </a:ext>
            </a:extLst>
          </p:cNvPr>
          <p:cNvSpPr>
            <a:spLocks xmlns:a="http://schemas.openxmlformats.org/drawingml/2006/main" noGrp="1"/>
          </p:cNvSpPr>
          <p:nvPr/>
        </p:nvSpPr>
        <p:spPr>
          <a:xfrm xmlns:a="http://schemas.openxmlformats.org/drawingml/2006/main">
            <a:off x="400050" y="1381125"/>
            <a:ext cx="10287000" cy="438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a:solidFill>
                  <a:srgbClr val="202020"/>
                </a:solidFill>
              </a:defRPr>
            </a:defPPr>
            <a:lvl1pPr>
              <a:defRPr sz="2100">
                <a:solidFill>
                  <a:srgbClr val="202020"/>
                </a:solidFill>
              </a:defRPr>
            </a:lvl1pPr>
            <a:lvl2pPr>
              <a:defRPr sz="2100">
                <a:solidFill>
                  <a:srgbClr val="202020"/>
                </a:solidFill>
              </a:defRPr>
            </a:lvl2pPr>
            <a:lvl3pPr>
              <a:defRPr sz="2100">
                <a:solidFill>
                  <a:srgbClr val="202020"/>
                </a:solidFill>
              </a:defRPr>
            </a:lvl3pPr>
            <a:lvl4pPr>
              <a:defRPr sz="2100">
                <a:solidFill>
                  <a:srgbClr val="202020"/>
                </a:solidFill>
              </a:defRPr>
            </a:lvl4pPr>
            <a:lvl5pPr>
              <a:defRPr sz="2100">
                <a:solidFill>
                  <a:srgbClr val="202020"/>
                </a:solidFill>
              </a:defRPr>
            </a:lvl5pPr>
            <a:lvl6pPr>
              <a:defRPr sz="2100">
                <a:solidFill>
                  <a:srgbClr val="202020"/>
                </a:solidFill>
              </a:defRPr>
            </a:lvl6pPr>
            <a:lvl7pPr>
              <a:defRPr sz="2100">
                <a:solidFill>
                  <a:srgbClr val="202020"/>
                </a:solidFill>
              </a:defRPr>
            </a:lvl7pPr>
            <a:lvl8pPr>
              <a:defRPr sz="2100">
                <a:solidFill>
                  <a:srgbClr val="202020"/>
                </a:solidFill>
              </a:defRPr>
            </a:lvl8pPr>
            <a:lvl9pPr>
              <a:defRPr sz="2100">
                <a:solidFill>
                  <a:srgbClr val="202020"/>
                </a:solidFill>
              </a:defRPr>
            </a:lvl9pPr>
          </a:lstStyle>
          <a:p xmlns:a="http://schemas.openxmlformats.org/drawingml/2006/main">
            <a:pPr>
              <a:defRPr sz="2100">
                <a:solidFill>
                  <a:srgbClr val="202020"/>
                </a:solidFill>
              </a:defRPr>
            </a:pPr>
            <a:r>
              <a:rPr sz="2100">
                <a:solidFill>
                  <a:srgbClr val="202020"/>
                </a:solidFill>
              </a:rPr>
              <a:t>Provide approved tools and clear rules for data use.</a:t>
            </a:r>
          </a:p>
          <a:p xmlns:a="http://schemas.openxmlformats.org/drawingml/2006/main">
            <a:r>
              <a:t/>
            </a:r>
          </a:p>
          <a:p xmlns:a="http://schemas.openxmlformats.org/drawingml/2006/main">
            <a:pPr>
              <a:defRPr sz="2100">
                <a:solidFill>
                  <a:srgbClr val="202020"/>
                </a:solidFill>
              </a:defRPr>
            </a:pPr>
            <a:r>
              <a:rPr sz="2100">
                <a:solidFill>
                  <a:srgbClr val="202020"/>
                </a:solidFill>
              </a:rPr>
              <a:t>Give teams time to practise and share learning.</a:t>
            </a:r>
          </a:p>
          <a:p xmlns:a="http://schemas.openxmlformats.org/drawingml/2006/main">
            <a:r>
              <a:t/>
            </a:r>
          </a:p>
          <a:p xmlns:a="http://schemas.openxmlformats.org/drawingml/2006/main">
            <a:pPr>
              <a:defRPr sz="2100">
                <a:solidFill>
                  <a:srgbClr val="202020"/>
                </a:solidFill>
              </a:defRPr>
            </a:pPr>
            <a:r>
              <a:rPr sz="2100">
                <a:solidFill>
                  <a:srgbClr val="202020"/>
                </a:solidFill>
              </a:rPr>
              <a:t>Assign responsibility for reviewing outputs and decisions.</a:t>
            </a:r>
          </a:p>
          <a:p xmlns:a="http://schemas.openxmlformats.org/drawingml/2006/main">
            <a:r>
              <a:t/>
            </a:r>
          </a:p>
          <a:p xmlns:a="http://schemas.openxmlformats.org/drawingml/2006/main">
            <a:pPr>
              <a:defRPr sz="2100">
                <a:solidFill>
                  <a:srgbClr val="202020"/>
                </a:solidFill>
              </a:defRPr>
            </a:pPr>
            <a:r>
              <a:rPr sz="2100">
                <a:solidFill>
                  <a:srgbClr val="202020"/>
                </a:solidFill>
              </a:rPr>
              <a:t>Encourage small experiments and honest feedback.</a:t>
            </a:r>
          </a:p>
        </p:txBody>
      </p:sp>
      <p:sp>
        <p:nvSpPr>
          <p:cNvPr id="4" name="">
            <a:extLst xmlns:a="http://schemas.openxmlformats.org/drawingml/2006/main">
              <a:ext uri="{FF2B5EF4-FFF2-40B4-BE49-F238E27FC236}">
                <a16:creationId xmlns:a16="http://schemas.microsoft.com/office/drawing/2014/main" id="{01251F62-2C88-488F-8947-EA6F2917B082}"/>
              </a:ext>
            </a:extLst>
          </p:cNvPr>
          <p:cNvSpPr>
            <a:spLocks xmlns:a="http://schemas.openxmlformats.org/drawingml/2006/main" noGrp="1"/>
          </p:cNvSpPr>
          <p:nvPr/>
        </p:nvSpPr>
        <p:spPr>
          <a:xfrm xmlns:a="http://schemas.openxmlformats.org/drawingml/2006/main">
            <a:off x="400050" y="61912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a:solidFill>
                  <a:srgbClr val="555555"/>
                </a:solidFill>
              </a:defRPr>
            </a:defPPr>
            <a:lvl1pPr>
              <a:defRPr sz="1350">
                <a:solidFill>
                  <a:srgbClr val="555555"/>
                </a:solidFill>
              </a:defRPr>
            </a:lvl1pPr>
            <a:lvl2pPr>
              <a:defRPr sz="1350">
                <a:solidFill>
                  <a:srgbClr val="555555"/>
                </a:solidFill>
              </a:defRPr>
            </a:lvl2pPr>
            <a:lvl3pPr>
              <a:defRPr sz="1350">
                <a:solidFill>
                  <a:srgbClr val="555555"/>
                </a:solidFill>
              </a:defRPr>
            </a:lvl3pPr>
            <a:lvl4pPr>
              <a:defRPr sz="1350">
                <a:solidFill>
                  <a:srgbClr val="555555"/>
                </a:solidFill>
              </a:defRPr>
            </a:lvl4pPr>
            <a:lvl5pPr>
              <a:defRPr sz="1350">
                <a:solidFill>
                  <a:srgbClr val="555555"/>
                </a:solidFill>
              </a:defRPr>
            </a:lvl5pPr>
            <a:lvl6pPr>
              <a:defRPr sz="1350">
                <a:solidFill>
                  <a:srgbClr val="555555"/>
                </a:solidFill>
              </a:defRPr>
            </a:lvl6pPr>
            <a:lvl7pPr>
              <a:defRPr sz="1350">
                <a:solidFill>
                  <a:srgbClr val="555555"/>
                </a:solidFill>
              </a:defRPr>
            </a:lvl7pPr>
            <a:lvl8pPr>
              <a:defRPr sz="1350">
                <a:solidFill>
                  <a:srgbClr val="555555"/>
                </a:solidFill>
              </a:defRPr>
            </a:lvl8pPr>
            <a:lvl9pPr>
              <a:defRPr sz="1350">
                <a:solidFill>
                  <a:srgbClr val="555555"/>
                </a:solidFill>
              </a:defRPr>
            </a:lvl9pPr>
          </a:lstStyle>
          <a:p xmlns:a="http://schemas.openxmlformats.org/drawingml/2006/main">
            <a:pPr>
              <a:defRPr sz="1350">
                <a:solidFill>
                  <a:srgbClr val="555555"/>
                </a:solidFill>
              </a:defRPr>
            </a:pPr>
            <a:r>
              <a:rPr sz="1350">
                <a:solidFill>
                  <a:srgbClr val="555555"/>
                </a:solidFill>
              </a:rPr>
              <a:t>Want: motivation   May: permission   Can: skills</a:t>
            </a:r>
          </a:p>
        </p:txBody>
      </p:sp>
    </p:spTree>
    <p:extLst>
      <p:ext uri="{BB962C8B-B14F-4D97-AF65-F5344CB8AC3E}">
        <p14:creationId xmlns:p14="http://schemas.microsoft.com/office/powerpoint/2010/main" val="116136959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 name="Title 3">
            <a:extLst xmlns:a="http://schemas.openxmlformats.org/drawingml/2006/main">
              <a:ext uri="{FF2B5EF4-FFF2-40B4-BE49-F238E27FC236}">
                <a16:creationId xmlns:a16="http://schemas.microsoft.com/office/drawing/2014/main" id="{8B76A555-F37C-8266-EA63-BD4F318750F2}"/>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defPPr>
              <a:defRPr sz="2400" b="1"/>
            </a:defPPr>
            <a:lvl1pPr algn="l">
              <a:buNone/>
              <a:defRPr sz="2400" b="1">
                <a:solidFill>
                  <a:schemeClr val="tx1"/>
                </a:solidFill>
              </a:defRPr>
            </a:lvl1pPr>
            <a:lvl2pPr>
              <a:defRPr sz="2400" b="1"/>
            </a:lvl2pPr>
            <a:lvl3pPr>
              <a:defRPr sz="2400" b="1"/>
            </a:lvl3pPr>
            <a:lvl4pPr>
              <a:defRPr sz="2400" b="1"/>
            </a:lvl4pPr>
            <a:lvl5pPr>
              <a:defRPr sz="2400" b="1"/>
            </a:lvl5pPr>
            <a:lvl6pPr>
              <a:defRPr sz="2400" b="1"/>
            </a:lvl6pPr>
            <a:lvl7pPr>
              <a:defRPr sz="2400" b="1"/>
            </a:lvl7pPr>
            <a:lvl8pPr>
              <a:defRPr sz="2400" b="1"/>
            </a:lvl8pPr>
            <a:lvl9pPr>
              <a:defRPr sz="2400" b="1"/>
            </a:lvl9pPr>
          </a:lstStyle>
          <a:p xmlns:a="http://schemas.openxmlformats.org/drawingml/2006/main">
            <a:pPr>
              <a:defRPr sz="2400" b="1"/>
            </a:pPr>
            <a:r>
              <a:rPr sz="2400" b="1"/>
              <a:t>A four-week pilot</a:t>
            </a:r>
            <a:endParaRPr/>
          </a:p>
        </p:txBody>
      </p:sp>
      <p:sp>
        <p:nvSpPr>
          <p:cNvPr id="2" name="Content Placeholder 5">
            <a:extLst xmlns:a="http://schemas.openxmlformats.org/drawingml/2006/main">
              <a:ext uri="{FF2B5EF4-FFF2-40B4-BE49-F238E27FC236}">
                <a16:creationId xmlns:a16="http://schemas.microsoft.com/office/drawing/2014/main" id="{26D3446A-AF26-7650-3472-E6C68D936B3F}"/>
              </a:ext>
            </a:extLst>
          </p:cNvPr>
          <p:cNvSpPr>
            <a:spLocks xmlns:a="http://schemas.openxmlformats.org/drawingml/2006/main" noGrp="1"/>
          </p:cNvSpPr>
          <p:nvPr>
            <p:ph idx="10"/>
          </p:nvPr>
        </p:nvSpPr>
        <p:spPr/>
        <p:txBody>
          <a:bodyPr xmlns:a="http://schemas.openxmlformats.org/drawingml/2006/main"/>
          <a:lstStyle xmlns:a="http://schemas.openxmlformats.org/drawingml/2006/main"/>
          <a:p xmlns:a="http://schemas.openxmlformats.org/drawingml/2006/main">
            <a:pPr lvl="0">
              <a:buNone/>
            </a:pPr>
            <a:r>
              <a:t/>
            </a:r>
          </a:p>
        </p:txBody>
      </p:sp>
      <p:sp>
        <p:nvSpPr>
          <p:cNvPr id="3" name="">
            <a:extLst xmlns:a="http://schemas.openxmlformats.org/drawingml/2006/main">
              <a:ext uri="{FF2B5EF4-FFF2-40B4-BE49-F238E27FC236}">
                <a16:creationId xmlns:a16="http://schemas.microsoft.com/office/drawing/2014/main" id="{65966F7C-785D-45B2-8E0E-9799759B1723}"/>
              </a:ext>
            </a:extLst>
          </p:cNvPr>
          <p:cNvSpPr>
            <a:spLocks xmlns:a="http://schemas.openxmlformats.org/drawingml/2006/main" noGrp="1"/>
          </p:cNvSpPr>
          <p:nvPr/>
        </p:nvSpPr>
        <p:spPr>
          <a:xfrm xmlns:a="http://schemas.openxmlformats.org/drawingml/2006/main">
            <a:off x="400050" y="1381125"/>
            <a:ext cx="10287000" cy="438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a:solidFill>
                  <a:srgbClr val="202020"/>
                </a:solidFill>
              </a:defRPr>
            </a:defPPr>
            <a:lvl1pPr>
              <a:defRPr sz="2100">
                <a:solidFill>
                  <a:srgbClr val="202020"/>
                </a:solidFill>
              </a:defRPr>
            </a:lvl1pPr>
            <a:lvl2pPr>
              <a:defRPr sz="2100">
                <a:solidFill>
                  <a:srgbClr val="202020"/>
                </a:solidFill>
              </a:defRPr>
            </a:lvl2pPr>
            <a:lvl3pPr>
              <a:defRPr sz="2100">
                <a:solidFill>
                  <a:srgbClr val="202020"/>
                </a:solidFill>
              </a:defRPr>
            </a:lvl3pPr>
            <a:lvl4pPr>
              <a:defRPr sz="2100">
                <a:solidFill>
                  <a:srgbClr val="202020"/>
                </a:solidFill>
              </a:defRPr>
            </a:lvl4pPr>
            <a:lvl5pPr>
              <a:defRPr sz="2100">
                <a:solidFill>
                  <a:srgbClr val="202020"/>
                </a:solidFill>
              </a:defRPr>
            </a:lvl5pPr>
            <a:lvl6pPr>
              <a:defRPr sz="2100">
                <a:solidFill>
                  <a:srgbClr val="202020"/>
                </a:solidFill>
              </a:defRPr>
            </a:lvl6pPr>
            <a:lvl7pPr>
              <a:defRPr sz="2100">
                <a:solidFill>
                  <a:srgbClr val="202020"/>
                </a:solidFill>
              </a:defRPr>
            </a:lvl7pPr>
            <a:lvl8pPr>
              <a:defRPr sz="2100">
                <a:solidFill>
                  <a:srgbClr val="202020"/>
                </a:solidFill>
              </a:defRPr>
            </a:lvl8pPr>
            <a:lvl9pPr>
              <a:defRPr sz="2100">
                <a:solidFill>
                  <a:srgbClr val="202020"/>
                </a:solidFill>
              </a:defRPr>
            </a:lvl9pPr>
          </a:lstStyle>
          <a:p xmlns:a="http://schemas.openxmlformats.org/drawingml/2006/main">
            <a:pPr>
              <a:defRPr sz="2100">
                <a:solidFill>
                  <a:srgbClr val="202020"/>
                </a:solidFill>
              </a:defRPr>
            </a:pPr>
            <a:r>
              <a:rPr sz="2100">
                <a:solidFill>
                  <a:srgbClr val="202020"/>
                </a:solidFill>
              </a:rPr>
              <a:t>Choose one recurring task and record current performance.</a:t>
            </a:r>
          </a:p>
          <a:p xmlns:a="http://schemas.openxmlformats.org/drawingml/2006/main">
            <a:r>
              <a:t/>
            </a:r>
          </a:p>
          <a:p xmlns:a="http://schemas.openxmlformats.org/drawingml/2006/main">
            <a:pPr>
              <a:defRPr sz="2100">
                <a:solidFill>
                  <a:srgbClr val="202020"/>
                </a:solidFill>
              </a:defRPr>
            </a:pPr>
            <a:r>
              <a:rPr sz="2100">
                <a:solidFill>
                  <a:srgbClr val="202020"/>
                </a:solidFill>
              </a:rPr>
              <a:t>Agree what AI does and what people review.</a:t>
            </a:r>
          </a:p>
          <a:p xmlns:a="http://schemas.openxmlformats.org/drawingml/2006/main">
            <a:r>
              <a:t/>
            </a:r>
          </a:p>
          <a:p xmlns:a="http://schemas.openxmlformats.org/drawingml/2006/main">
            <a:pPr>
              <a:defRPr sz="2100">
                <a:solidFill>
                  <a:srgbClr val="202020"/>
                </a:solidFill>
              </a:defRPr>
            </a:pPr>
            <a:r>
              <a:rPr sz="2100">
                <a:solidFill>
                  <a:srgbClr val="202020"/>
                </a:solidFill>
              </a:rPr>
              <a:t>Review quality, time spent and rework each week.</a:t>
            </a:r>
          </a:p>
          <a:p xmlns:a="http://schemas.openxmlformats.org/drawingml/2006/main">
            <a:r>
              <a:t/>
            </a:r>
          </a:p>
          <a:p xmlns:a="http://schemas.openxmlformats.org/drawingml/2006/main">
            <a:pPr>
              <a:defRPr sz="2100">
                <a:solidFill>
                  <a:srgbClr val="202020"/>
                </a:solidFill>
              </a:defRPr>
            </a:pPr>
            <a:r>
              <a:rPr sz="2100">
                <a:solidFill>
                  <a:srgbClr val="202020"/>
                </a:solidFill>
              </a:rPr>
              <a:t>After four weeks, decide whether to improve, expand or stop.</a:t>
            </a:r>
          </a:p>
        </p:txBody>
      </p:sp>
      <p:sp>
        <p:nvSpPr>
          <p:cNvPr id="4" name="">
            <a:extLst xmlns:a="http://schemas.openxmlformats.org/drawingml/2006/main">
              <a:ext uri="{FF2B5EF4-FFF2-40B4-BE49-F238E27FC236}">
                <a16:creationId xmlns:a16="http://schemas.microsoft.com/office/drawing/2014/main" id="{F9FF1977-8F29-4CF6-93C5-079A72521654}"/>
              </a:ext>
            </a:extLst>
          </p:cNvPr>
          <p:cNvSpPr>
            <a:spLocks xmlns:a="http://schemas.openxmlformats.org/drawingml/2006/main" noGrp="1"/>
          </p:cNvSpPr>
          <p:nvPr/>
        </p:nvSpPr>
        <p:spPr>
          <a:xfrm xmlns:a="http://schemas.openxmlformats.org/drawingml/2006/main">
            <a:off x="400050" y="61912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a:solidFill>
                  <a:srgbClr val="555555"/>
                </a:solidFill>
              </a:defRPr>
            </a:defPPr>
            <a:lvl1pPr>
              <a:defRPr sz="1350">
                <a:solidFill>
                  <a:srgbClr val="555555"/>
                </a:solidFill>
              </a:defRPr>
            </a:lvl1pPr>
            <a:lvl2pPr>
              <a:defRPr sz="1350">
                <a:solidFill>
                  <a:srgbClr val="555555"/>
                </a:solidFill>
              </a:defRPr>
            </a:lvl2pPr>
            <a:lvl3pPr>
              <a:defRPr sz="1350">
                <a:solidFill>
                  <a:srgbClr val="555555"/>
                </a:solidFill>
              </a:defRPr>
            </a:lvl3pPr>
            <a:lvl4pPr>
              <a:defRPr sz="1350">
                <a:solidFill>
                  <a:srgbClr val="555555"/>
                </a:solidFill>
              </a:defRPr>
            </a:lvl4pPr>
            <a:lvl5pPr>
              <a:defRPr sz="1350">
                <a:solidFill>
                  <a:srgbClr val="555555"/>
                </a:solidFill>
              </a:defRPr>
            </a:lvl5pPr>
            <a:lvl6pPr>
              <a:defRPr sz="1350">
                <a:solidFill>
                  <a:srgbClr val="555555"/>
                </a:solidFill>
              </a:defRPr>
            </a:lvl6pPr>
            <a:lvl7pPr>
              <a:defRPr sz="1350">
                <a:solidFill>
                  <a:srgbClr val="555555"/>
                </a:solidFill>
              </a:defRPr>
            </a:lvl7pPr>
            <a:lvl8pPr>
              <a:defRPr sz="1350">
                <a:solidFill>
                  <a:srgbClr val="555555"/>
                </a:solidFill>
              </a:defRPr>
            </a:lvl8pPr>
            <a:lvl9pPr>
              <a:defRPr sz="1350">
                <a:solidFill>
                  <a:srgbClr val="555555"/>
                </a:solidFill>
              </a:defRPr>
            </a:lvl9pPr>
          </a:lstStyle>
          <a:p xmlns:a="http://schemas.openxmlformats.org/drawingml/2006/main">
            <a:pPr>
              <a:defRPr sz="1350">
                <a:solidFill>
                  <a:srgbClr val="555555"/>
                </a:solidFill>
              </a:defRPr>
            </a:pPr>
            <a:r>
              <a:rPr sz="1350">
                <a:solidFill>
                  <a:srgbClr val="555555"/>
                </a:solidFill>
              </a:rPr>
              <a:t>Our ask: one pilot, protected time and a named owner</a:t>
            </a:r>
          </a:p>
        </p:txBody>
      </p:sp>
    </p:spTree>
    <p:extLst>
      <p:ext uri="{BB962C8B-B14F-4D97-AF65-F5344CB8AC3E}">
        <p14:creationId xmlns:p14="http://schemas.microsoft.com/office/powerpoint/2010/main" val="1237692836"/>
      </p:ext>
    </p:extLst>
  </p:cSld>
</p:sld>
</file>

<file path=ppt/theme/theme1.xml><?xml version="1.0" encoding="utf-8"?>
<a:theme xmlns:a="http://schemas.openxmlformats.org/drawingml/2006/main" name="1_Theme1">
  <a:themeElements>
    <a:clrScheme name="RBI Theme">
      <a:dk1>
        <a:srgbClr val="000000"/>
      </a:dk1>
      <a:lt1>
        <a:srgbClr val="FFFFFF"/>
      </a:lt1>
      <a:dk2>
        <a:srgbClr val="2B2D34"/>
      </a:dk2>
      <a:lt2>
        <a:srgbClr val="F1EDE6"/>
      </a:lt2>
      <a:accent1>
        <a:srgbClr val="FEE600"/>
      </a:accent1>
      <a:accent2>
        <a:srgbClr val="FFD403"/>
      </a:accent2>
      <a:accent3>
        <a:srgbClr val="F9BB30"/>
      </a:accent3>
      <a:accent4>
        <a:srgbClr val="67D0AB"/>
      </a:accent4>
      <a:accent5>
        <a:srgbClr val="FF8B6B"/>
      </a:accent5>
      <a:accent6>
        <a:srgbClr val="6A4CAD"/>
      </a:accent6>
      <a:hlink>
        <a:srgbClr val="64C5C9"/>
      </a:hlink>
      <a:folHlink>
        <a:srgbClr val="2B2D34"/>
      </a:folHlink>
    </a:clrScheme>
    <a:fontScheme name="RBI">
      <a:majorFont>
        <a:latin typeface="Amalia"/>
        <a:ea typeface=""/>
        <a:cs typeface=""/>
      </a:majorFont>
      <a:minorFont>
        <a:latin typeface="Amalia"/>
        <a:ea typeface=""/>
        <a:cs typeface=""/>
      </a:minorFont>
    </a:fontScheme>
    <a:fmtScheme name="RBI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2026-10-26T18:54:26.4730000Z</dcterms:created>
  <dcterms:modified xsi:type="dcterms:W3CDTF">2026-10-26T18:54:26.4740000Z</dcterms:modified>
</coreProperties>
</file>