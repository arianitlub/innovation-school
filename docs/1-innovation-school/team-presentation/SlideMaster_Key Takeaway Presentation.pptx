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5"/>
  </p:sldMasterIdLst>
  <p:notesMasterIdLst>
    <p:notesMasterId r:id="rId7"/>
  </p:notesMasterIdLst>
  <p:handoutMasterIdLst>
    <p:handoutMasterId r:id="rId8"/>
  </p:handoutMasterIdLst>
  <p:sldIdLst>
    <p:sldId id="2147483644" r:id="rId6"/>
  </p:sldIdLst>
  <p:sldSz cx="12195175" cy="6859588"/>
  <p:notesSz cx="9926638" cy="6797675"/>
  <p:custDataLst>
    <p:tags r:id="rId9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54438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108877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63316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217755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721940" algn="l" defTabSz="108877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3266328" algn="l" defTabSz="108877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810716" algn="l" defTabSz="108877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4355104" algn="l" defTabSz="108877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orient="horz" pos="4134" userDrawn="1">
          <p15:clr>
            <a:srgbClr val="A4A3A4"/>
          </p15:clr>
        </p15:guide>
        <p15:guide id="3" orient="horz" pos="2319" userDrawn="1">
          <p15:clr>
            <a:srgbClr val="A4A3A4"/>
          </p15:clr>
        </p15:guide>
        <p15:guide id="4" orient="horz" pos="233" userDrawn="1">
          <p15:clr>
            <a:srgbClr val="A4A3A4"/>
          </p15:clr>
        </p15:guide>
        <p15:guide id="5" orient="horz" pos="1979" userDrawn="1">
          <p15:clr>
            <a:srgbClr val="A4A3A4"/>
          </p15:clr>
        </p15:guide>
        <p15:guide id="6" orient="horz" pos="2682" userDrawn="1">
          <p15:clr>
            <a:srgbClr val="A4A3A4"/>
          </p15:clr>
        </p15:guide>
        <p15:guide id="7" orient="horz" pos="3408" userDrawn="1">
          <p15:clr>
            <a:srgbClr val="A4A3A4"/>
          </p15:clr>
        </p15:guide>
        <p15:guide id="8" pos="3841">
          <p15:clr>
            <a:srgbClr val="A4A3A4"/>
          </p15:clr>
        </p15:guide>
        <p15:guide id="9" pos="280" userDrawn="1">
          <p15:clr>
            <a:srgbClr val="A4A3A4"/>
          </p15:clr>
        </p15:guide>
        <p15:guide id="10" pos="3773" userDrawn="1">
          <p15:clr>
            <a:srgbClr val="A4A3A4"/>
          </p15:clr>
        </p15:guide>
        <p15:guide id="11" pos="3886" userDrawn="1">
          <p15:clr>
            <a:srgbClr val="A4A3A4"/>
          </p15:clr>
        </p15:guide>
        <p15:guide id="12" pos="7538" userDrawn="1">
          <p15:clr>
            <a:srgbClr val="A4A3A4"/>
          </p15:clr>
        </p15:guide>
        <p15:guide id="13" pos="1324" userDrawn="1">
          <p15:clr>
            <a:srgbClr val="A4A3A4"/>
          </p15:clr>
        </p15:guide>
        <p15:guide id="14" pos="1437" userDrawn="1">
          <p15:clr>
            <a:srgbClr val="A4A3A4"/>
          </p15:clr>
        </p15:guide>
        <p15:guide id="15" pos="2571" userDrawn="1">
          <p15:clr>
            <a:srgbClr val="A4A3A4"/>
          </p15:clr>
        </p15:guide>
        <p15:guide id="16" pos="2707">
          <p15:clr>
            <a:srgbClr val="A4A3A4"/>
          </p15:clr>
        </p15:guide>
        <p15:guide id="17" pos="5020" userDrawn="1">
          <p15:clr>
            <a:srgbClr val="A4A3A4"/>
          </p15:clr>
        </p15:guide>
        <p15:guide id="18" pos="5134" userDrawn="1">
          <p15:clr>
            <a:srgbClr val="A4A3A4"/>
          </p15:clr>
        </p15:guide>
        <p15:guide id="19" pos="6245" userDrawn="1">
          <p15:clr>
            <a:srgbClr val="A4A3A4"/>
          </p15:clr>
        </p15:guide>
        <p15:guide id="20" pos="6336" userDrawn="1">
          <p15:clr>
            <a:srgbClr val="A4A3A4"/>
          </p15:clr>
        </p15:guide>
        <p15:guide id="21" pos="2775" userDrawn="1">
          <p15:clr>
            <a:srgbClr val="A4A3A4"/>
          </p15:clr>
        </p15:guide>
        <p15:guide id="22" pos="61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F6B801D-5990-1978-2002-D701D6E4405E}" name="Lorisa Vojka" initials="LV" userId="S::lorisa.vojka@raiffeisen.al::4a61c892-f295-4d77-b6f7-8eb2d303753d" providerId="AD"/>
  <p188:author id="{86F6C829-2631-2BEE-F767-3964E58B944A}" name="Franziska Hecht" initials="FH" userId="S::franziska.hecht@theventury.com::507c26bc-e5e2-4237-a727-9f89dd35deee" providerId="AD"/>
  <p188:author id="{9374272A-59DD-0D81-ED96-9EAD1B57C6EF}" name="Nada JEVTIC" initials="NJ" userId="S::nada.jevtic@rbinternational.com::55f7553b-9de4-4ef6-8706-8d409c0525c9" providerId="AD"/>
  <p188:author id="{D0C4FD45-C611-4C60-4EEB-3BB22DCFE8E8}" name="Sarah STRAUB" initials="SS" userId="S::sarah.straub@rbinternational.com::bc2f94ed-e1ee-4ed6-ad75-2d268c338354" providerId="AD"/>
  <p188:author id="{2A94495C-9880-76D5-E536-C79472432D5B}" name="Catalina ARATEANU" initials="CMAP" userId="Catalina ARATEANU" providerId="None"/>
  <p188:author id="{E352F960-50BF-F4B8-3559-BB5384908A7F}" name="Elma IBRAHIMOVIC" initials="EI" userId="S::elma.ibrahimovic@rbinternational.com::28a40b44-d304-4e28-a4db-1772ee7a38a7" providerId="AD"/>
  <p188:author id="{71980990-FCE1-8D48-ABD2-C1914FD42916}" name="Lisa KUTTNER" initials="LK" userId="S::lisa.kuttner@rbinternational.com::ae76df06-88b7-4921-93f7-8e1ba8f70dec" providerId="AD"/>
  <p188:author id="{5F28F390-DA9C-A6C1-660E-E2DD0EAAE1D5}" name="Artemida ALLTARI" initials="AA" userId="S::Artemida.ALLTARI@raiffeisen.al::7905eda1-c361-426a-b1f3-9d7b23e04427" providerId="AD"/>
  <p188:author id="{47EE6B96-F81F-4CD5-3F17-941771E89208}" name="Lara PROKOP" initials="LP" userId="S::lara.prokop@rbinternational.com::16097e2c-7042-4b57-bd55-23cc17170130" providerId="AD"/>
  <p188:author id="{E88B98A4-28F0-691D-0135-060F68057395}" name="Christoph BROGGIATO" initials="CB" userId="S::christoph.broggiato-external@rbinternational.com::41f25970-06fb-47f3-ac69-c3fb7325148c" providerId="AD"/>
  <p188:author id="{642860AD-135D-E2A4-E7F9-85931203ADDA}" name="Christine SCHÄTTIN" initials="CS" userId="S::christine.schaettin@rbinternational.com::7ebc77c1-64d5-4bd1-a4aa-e3c421dd1461" providerId="AD"/>
  <p188:author id="{075D83AD-1A9D-8EAA-574A-6D498506A870}" name="Jannik BÖCKENHOLT" initials="JB" userId="S::jannik.boeckenholt@rbinternational.com::81580c29-53d2-4c4c-8adf-8193452a38a3" providerId="AD"/>
  <p188:author id="{A836A6AE-ED33-D376-9699-21943F75D878}" name="Lukas HELMER" initials="LH" userId="S::lukas.helmer@rbinternational.com::09f620dc-89be-41fd-8080-d31edf5212f5" providerId="AD"/>
  <p188:author id="{AAD3D8B7-AEB0-7B01-C6E4-FA166F05F8C6}" name="Elma SARIC" initials="ES" userId="S::elma.saric@rbinternational.com::bcae9672-36a2-4711-9149-dd64c0720bef" providerId="AD"/>
  <p188:author id="{B13884BB-A83A-9EB2-A8E4-7ECA2A5E4864}" name="Gerison Hoxha" initials="GH" userId="S::Gerison.Hoxha@raiffeisen.al::e7456f07-deab-4add-a96f-6ebe7816b815" providerId="AD"/>
  <p188:author id="{2EAA24C6-0B69-BBA8-CD57-28620330429A}" name="Gerison Hoxha" initials="GH" userId="S::gerison.hoxha@raiffeisen.al::e7456f07-deab-4add-a96f-6ebe7816b8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600"/>
    <a:srgbClr val="F8F6F2"/>
    <a:srgbClr val="1F5947"/>
    <a:srgbClr val="FCFBFA"/>
    <a:srgbClr val="F6F4F0"/>
    <a:srgbClr val="2B2D34"/>
    <a:srgbClr val="FFFFEF"/>
    <a:srgbClr val="F07265"/>
    <a:srgbClr val="FBDF11"/>
    <a:srgbClr val="F1ED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9C2D8-F4DF-4CAB-B531-EFE0504D591E}" v="173" dt="2026-10-07T14:14:29.917"/>
    <p1510:client id="{D8BBAF02-D4E9-4D1C-A8F4-42D16070910D}" v="43" dt="2026-10-07T14:24:08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83"/>
        <p:guide orient="horz" pos="4134"/>
        <p:guide orient="horz" pos="2319"/>
        <p:guide orient="horz" pos="233"/>
        <p:guide orient="horz" pos="1979"/>
        <p:guide orient="horz" pos="2682"/>
        <p:guide orient="horz" pos="3408"/>
        <p:guide pos="3841"/>
        <p:guide pos="280"/>
        <p:guide pos="3773"/>
        <p:guide pos="3886"/>
        <p:guide pos="7538"/>
        <p:guide pos="1324"/>
        <p:guide pos="1437"/>
        <p:guide pos="2571"/>
        <p:guide pos="2707"/>
        <p:guide pos="5020"/>
        <p:guide pos="5134"/>
        <p:guide pos="6245"/>
        <p:guide pos="6336"/>
        <p:guide pos="2775"/>
        <p:guide pos="617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068" y="1344"/>
      </p:cViewPr>
      <p:guideLst>
        <p:guide orient="horz" pos="2141"/>
        <p:guide pos="31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tags" Target="tags/tag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4C58C7-1504-CDBF-237C-7204E556AF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A572D5-3A23-688C-3CA8-D6E14701E9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6DA03-196B-45D2-AC64-A578057BAAE2}" type="datetimeFigureOut">
              <a:rPr lang="de-AT" smtClean="0"/>
              <a:t>19.10.2026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D0D79-944A-F803-8148-8873083A4D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636F6-6395-5AF3-1B4C-F4D04D170E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FF6905-5FCD-4132-A955-8A719C5C6E67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751708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154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799" y="0"/>
            <a:ext cx="430154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7163" y="509588"/>
            <a:ext cx="4532312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665" y="3228896"/>
            <a:ext cx="7941310" cy="3058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456611"/>
            <a:ext cx="430154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799" y="6456611"/>
            <a:ext cx="430154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FF3E95B-C48D-478D-A824-A78C3A94844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5602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207926" indent="-207926" algn="l" rtl="0" fontAlgn="base">
      <a:spcBef>
        <a:spcPct val="30000"/>
      </a:spcBef>
      <a:spcAft>
        <a:spcPct val="0"/>
      </a:spcAft>
      <a:buFont typeface="Arial" pitchFamily="34" charset="0"/>
      <a:buChar char="•"/>
      <a:tabLst>
        <a:tab pos="2022553" algn="l"/>
      </a:tabLst>
      <a:defRPr sz="14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1088776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633164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2177552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3E95B-C48D-478D-A824-A78C3A94844C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897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eginn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8F489C80-15E6-A8C0-06B4-4DC868852DA8}"/>
              </a:ext>
            </a:extLst>
          </p:cNvPr>
          <p:cNvSpPr/>
          <p:nvPr userDrawn="1"/>
        </p:nvSpPr>
        <p:spPr>
          <a:xfrm>
            <a:off x="0" y="1"/>
            <a:ext cx="12370117" cy="6859588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442" t="-57056" r="-11724" b="-15910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12090" y="3448560"/>
            <a:ext cx="9157792" cy="443198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3200" b="1" spc="-3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12090" y="4383026"/>
            <a:ext cx="4566030" cy="221907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yellow school lunch box with school supplies&#10;&#10;AI-generated content may be incorrect.">
            <a:extLst>
              <a:ext uri="{FF2B5EF4-FFF2-40B4-BE49-F238E27FC236}">
                <a16:creationId xmlns:a16="http://schemas.microsoft.com/office/drawing/2014/main" id="{77CC3561-55F3-0630-5B9A-B3F213EDC3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938" y="4140274"/>
            <a:ext cx="2975179" cy="2719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ABDDE6-F04B-7657-7438-80D9ADD3C8F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996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Person 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8EF1268-B134-7DE5-FB7A-28B52968A208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069985B8-C490-6B2A-2FE6-DDCF034A02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89435"/>
            <a:ext cx="2087049" cy="576063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55D208C-D08C-A79F-1B10-889AD2A62C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36646" y="4285827"/>
            <a:ext cx="4566030" cy="221907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66684BA-2A30-0BC9-4AED-6667E0383D71}"/>
              </a:ext>
            </a:extLst>
          </p:cNvPr>
          <p:cNvSpPr/>
          <p:nvPr userDrawn="1"/>
        </p:nvSpPr>
        <p:spPr>
          <a:xfrm>
            <a:off x="-781310" y="2648525"/>
            <a:ext cx="2880997" cy="4116311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54422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08844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3267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17689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721123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265348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809573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353797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04ABBD6E-8A95-D35B-8DF4-EE9B765791B6}"/>
              </a:ext>
            </a:extLst>
          </p:cNvPr>
          <p:cNvSpPr/>
          <p:nvPr userDrawn="1"/>
        </p:nvSpPr>
        <p:spPr>
          <a:xfrm rot="10800000" flipH="1">
            <a:off x="1207051" y="3145857"/>
            <a:ext cx="1092420" cy="1560823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54422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08844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3267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17689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721123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265348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809573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353797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13" name="Picture 12" descr="A yellow school lunch box with school supplies&#10;&#10;AI-generated content may be incorrect.">
            <a:extLst>
              <a:ext uri="{FF2B5EF4-FFF2-40B4-BE49-F238E27FC236}">
                <a16:creationId xmlns:a16="http://schemas.microsoft.com/office/drawing/2014/main" id="{C0567D1A-D6FD-A941-D1A4-F834DEE3C97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125" y="3721143"/>
            <a:ext cx="3147417" cy="2876739"/>
          </a:xfrm>
          <a:prstGeom prst="rect">
            <a:avLst/>
          </a:prstGeom>
        </p:spPr>
      </p:pic>
      <p:sp>
        <p:nvSpPr>
          <p:cNvPr id="14" name="Title 12">
            <a:extLst>
              <a:ext uri="{FF2B5EF4-FFF2-40B4-BE49-F238E27FC236}">
                <a16:creationId xmlns:a16="http://schemas.microsoft.com/office/drawing/2014/main" id="{D253386B-9AE4-2832-17C6-8AB6F2163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46" y="3655612"/>
            <a:ext cx="6521882" cy="498598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3600" b="1" spc="-3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123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Person Introducti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8EF1268-B134-7DE5-FB7A-28B52968A208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73EE0-9985-6CCA-5619-9C1A649BDE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4" name="Freeform 7">
            <a:extLst>
              <a:ext uri="{FF2B5EF4-FFF2-40B4-BE49-F238E27FC236}">
                <a16:creationId xmlns:a16="http://schemas.microsoft.com/office/drawing/2014/main" id="{E6812EB7-2200-7EFC-8E96-92AEC02652A6}"/>
              </a:ext>
            </a:extLst>
          </p:cNvPr>
          <p:cNvSpPr/>
          <p:nvPr userDrawn="1"/>
        </p:nvSpPr>
        <p:spPr>
          <a:xfrm>
            <a:off x="-781310" y="2648525"/>
            <a:ext cx="2880997" cy="4116311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54422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08844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3267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17689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721123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265348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809573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353797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4C3766A1-1CED-F24B-20A1-38BAAFD1C00E}"/>
              </a:ext>
            </a:extLst>
          </p:cNvPr>
          <p:cNvSpPr/>
          <p:nvPr userDrawn="1"/>
        </p:nvSpPr>
        <p:spPr>
          <a:xfrm rot="10800000" flipH="1">
            <a:off x="1207051" y="3145857"/>
            <a:ext cx="1092420" cy="1560823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54422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08844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3267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17689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721123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265348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809573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353797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10" name="Picture 9" descr="A yellow school lunch box with school supplies&#10;&#10;AI-generated content may be incorrect.">
            <a:extLst>
              <a:ext uri="{FF2B5EF4-FFF2-40B4-BE49-F238E27FC236}">
                <a16:creationId xmlns:a16="http://schemas.microsoft.com/office/drawing/2014/main" id="{73C02B3E-E6F6-D486-F21F-66E45FEFBCA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125" y="3721143"/>
            <a:ext cx="3147417" cy="287673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1AE85-185F-66EA-E5FF-B69FAF9CF1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36646" y="4285827"/>
            <a:ext cx="4566030" cy="221907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FFE2BD3F-1647-FE72-D668-DCF5A44A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46" y="3655612"/>
            <a:ext cx="6521882" cy="498598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3600" b="1" spc="-3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703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Person Introduction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8EF1268-B134-7DE5-FB7A-28B52968A208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lum bright="70000" contrast="-7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069985B8-C490-6B2A-2FE6-DDCF034A02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89435"/>
            <a:ext cx="2087049" cy="576063"/>
          </a:xfrm>
          <a:prstGeom prst="rect">
            <a:avLst/>
          </a:prstGeom>
        </p:spPr>
      </p:pic>
      <p:sp>
        <p:nvSpPr>
          <p:cNvPr id="5" name="Freeform 7">
            <a:extLst>
              <a:ext uri="{FF2B5EF4-FFF2-40B4-BE49-F238E27FC236}">
                <a16:creationId xmlns:a16="http://schemas.microsoft.com/office/drawing/2014/main" id="{E6CF3C2B-C14B-60FA-98B2-8844AF22B5D8}"/>
              </a:ext>
            </a:extLst>
          </p:cNvPr>
          <p:cNvSpPr/>
          <p:nvPr userDrawn="1"/>
        </p:nvSpPr>
        <p:spPr>
          <a:xfrm>
            <a:off x="-781310" y="2648525"/>
            <a:ext cx="2880997" cy="4116311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54422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08844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3267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17689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721123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265348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809573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353797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C70C558B-11F8-04C9-37B3-21462C13F35F}"/>
              </a:ext>
            </a:extLst>
          </p:cNvPr>
          <p:cNvSpPr/>
          <p:nvPr userDrawn="1"/>
        </p:nvSpPr>
        <p:spPr>
          <a:xfrm rot="10800000" flipH="1">
            <a:off x="1207051" y="3145857"/>
            <a:ext cx="1092420" cy="1560823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rgbClr val="225B4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54422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08844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3267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17689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721123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265348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809573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353797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7" name="Picture 6" descr="A yellow school lunch box with school supplies&#10;&#10;AI-generated content may be incorrect.">
            <a:extLst>
              <a:ext uri="{FF2B5EF4-FFF2-40B4-BE49-F238E27FC236}">
                <a16:creationId xmlns:a16="http://schemas.microsoft.com/office/drawing/2014/main" id="{93A9FBF5-C7CD-21B7-96D8-70F745825BE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125" y="3721143"/>
            <a:ext cx="3147417" cy="2876739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8764186-AB3E-C792-CF25-60895251DA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36646" y="4285827"/>
            <a:ext cx="4566030" cy="221907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2">
            <a:extLst>
              <a:ext uri="{FF2B5EF4-FFF2-40B4-BE49-F238E27FC236}">
                <a16:creationId xmlns:a16="http://schemas.microsoft.com/office/drawing/2014/main" id="{0CECEF2F-688C-A87E-9727-54FDC60D4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46" y="3655612"/>
            <a:ext cx="6521882" cy="498598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3600" b="1" spc="-3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5586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Person Introductio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8EF1268-B134-7DE5-FB7A-28B52968A208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73EE0-9985-6CCA-5619-9C1A649BDE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4" name="Freeform 7">
            <a:extLst>
              <a:ext uri="{FF2B5EF4-FFF2-40B4-BE49-F238E27FC236}">
                <a16:creationId xmlns:a16="http://schemas.microsoft.com/office/drawing/2014/main" id="{1DD7846B-02D4-1B3D-FAE6-2DEEAEA038C7}"/>
              </a:ext>
            </a:extLst>
          </p:cNvPr>
          <p:cNvSpPr/>
          <p:nvPr userDrawn="1"/>
        </p:nvSpPr>
        <p:spPr>
          <a:xfrm>
            <a:off x="-781310" y="2648525"/>
            <a:ext cx="2880997" cy="4116311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7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54422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08844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3267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17689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721123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265348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809573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353797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23BFA00E-17E4-7A61-4A08-2A8EC94CE697}"/>
              </a:ext>
            </a:extLst>
          </p:cNvPr>
          <p:cNvSpPr/>
          <p:nvPr userDrawn="1"/>
        </p:nvSpPr>
        <p:spPr>
          <a:xfrm rot="10800000" flipH="1">
            <a:off x="1207051" y="3145857"/>
            <a:ext cx="1092420" cy="1560823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54422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08844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3267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17689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721123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265348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809573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353797" algn="l" defTabSz="1088449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7" name="Picture 6" descr="A yellow school lunch box with school supplies&#10;&#10;AI-generated content may be incorrect.">
            <a:extLst>
              <a:ext uri="{FF2B5EF4-FFF2-40B4-BE49-F238E27FC236}">
                <a16:creationId xmlns:a16="http://schemas.microsoft.com/office/drawing/2014/main" id="{630A4053-B962-A4F7-BB19-B073517795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125" y="3721143"/>
            <a:ext cx="3147417" cy="2876739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9F32C3A-7F1A-BA2B-0E92-6A527492A4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36646" y="4285827"/>
            <a:ext cx="4566030" cy="221907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2">
            <a:extLst>
              <a:ext uri="{FF2B5EF4-FFF2-40B4-BE49-F238E27FC236}">
                <a16:creationId xmlns:a16="http://schemas.microsoft.com/office/drawing/2014/main" id="{205D0AEB-C9FA-DE0C-723B-66023C8C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46" y="3655612"/>
            <a:ext cx="6521882" cy="498598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3600" b="1" spc="-3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3447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Sign_Off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321CDB0F-D01B-1B68-C6EC-D7632C050F09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7768B3-E5EB-BB2C-D251-6FB145A73D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725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Sign_Off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7">
            <a:extLst>
              <a:ext uri="{FF2B5EF4-FFF2-40B4-BE49-F238E27FC236}">
                <a16:creationId xmlns:a16="http://schemas.microsoft.com/office/drawing/2014/main" id="{727BBD09-0307-A6B3-0E65-8652D5893B8C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11E069C2-A4DB-92EF-D08C-53BFC05E52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4" name="Title 12">
            <a:extLst>
              <a:ext uri="{FF2B5EF4-FFF2-40B4-BE49-F238E27FC236}">
                <a16:creationId xmlns:a16="http://schemas.microsoft.com/office/drawing/2014/main" id="{A4676C83-6FFB-C52A-3C48-6B661921A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84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Sign_Off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7768B3-E5EB-BB2C-D251-6FB145A73D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4" name="Title 12">
            <a:extLst>
              <a:ext uri="{FF2B5EF4-FFF2-40B4-BE49-F238E27FC236}">
                <a16:creationId xmlns:a16="http://schemas.microsoft.com/office/drawing/2014/main" id="{DD4A68FD-772D-DBDB-C957-190F3D61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F7F9F020-8AC9-5C70-556F-829C7E4F3970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82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Sign_Off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321CDB0F-D01B-1B68-C6EC-D7632C050F09}"/>
              </a:ext>
            </a:extLst>
          </p:cNvPr>
          <p:cNvSpPr>
            <a:spLocks noChangeAspect="1"/>
          </p:cNvSpPr>
          <p:nvPr userDrawn="1"/>
        </p:nvSpPr>
        <p:spPr>
          <a:xfrm rot="5400000" flipH="1">
            <a:off x="4166935" y="-1168652"/>
            <a:ext cx="9696951" cy="6359528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25787B8D-32D5-2406-AC20-FE87226EDA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5" name="Title 12">
            <a:extLst>
              <a:ext uri="{FF2B5EF4-FFF2-40B4-BE49-F238E27FC236}">
                <a16:creationId xmlns:a16="http://schemas.microsoft.com/office/drawing/2014/main" id="{D52E41DD-CC30-8248-E572-6C13250F2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8449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A8664B2-1403-E418-9160-006681B1D7B5}"/>
              </a:ext>
            </a:extLst>
          </p:cNvPr>
          <p:cNvSpPr/>
          <p:nvPr userDrawn="1"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8B76A555-F37C-8266-EA63-BD4F3187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26D3446A-AF26-7650-3472-E6C68D936B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246" y="1256658"/>
            <a:ext cx="10818814" cy="4910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4" name="Picture 3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1BB1F76E-9026-BD28-FC47-20FEA933C4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</p:spTree>
    <p:extLst>
      <p:ext uri="{BB962C8B-B14F-4D97-AF65-F5344CB8AC3E}">
        <p14:creationId xmlns:p14="http://schemas.microsoft.com/office/powerpoint/2010/main" val="3895950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A8664B2-1403-E418-9160-006681B1D7B5}"/>
              </a:ext>
            </a:extLst>
          </p:cNvPr>
          <p:cNvSpPr/>
          <p:nvPr userDrawn="1"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8B76A555-F37C-8266-EA63-BD4F3187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26D3446A-AF26-7650-3472-E6C68D936B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246" y="1256658"/>
            <a:ext cx="10818814" cy="4910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4" name="Picture 3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0956F2D9-A923-8FAF-9212-DC09104592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</p:spTree>
    <p:extLst>
      <p:ext uri="{BB962C8B-B14F-4D97-AF65-F5344CB8AC3E}">
        <p14:creationId xmlns:p14="http://schemas.microsoft.com/office/powerpoint/2010/main" val="2381719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A8664B2-1403-E418-9160-006681B1D7B5}"/>
              </a:ext>
            </a:extLst>
          </p:cNvPr>
          <p:cNvSpPr/>
          <p:nvPr userDrawn="1"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8B76A555-F37C-8266-EA63-BD4F3187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26D3446A-AF26-7650-3472-E6C68D936B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246" y="1256658"/>
            <a:ext cx="10818814" cy="4910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4" name="Picture 3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9578E5DD-AA62-6DA2-94BB-EF47BFB481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</p:spTree>
    <p:extLst>
      <p:ext uri="{BB962C8B-B14F-4D97-AF65-F5344CB8AC3E}">
        <p14:creationId xmlns:p14="http://schemas.microsoft.com/office/powerpoint/2010/main" val="2458226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A8664B2-1403-E418-9160-006681B1D7B5}"/>
              </a:ext>
            </a:extLst>
          </p:cNvPr>
          <p:cNvSpPr/>
          <p:nvPr userDrawn="1"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8B76A555-F37C-8266-EA63-BD4F3187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26D3446A-AF26-7650-3472-E6C68D936B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246" y="1256658"/>
            <a:ext cx="10818814" cy="4910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4" name="Picture 3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12A567A4-3325-2BB4-CE6B-C6769C9A7A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</p:spTree>
    <p:extLst>
      <p:ext uri="{BB962C8B-B14F-4D97-AF65-F5344CB8AC3E}">
        <p14:creationId xmlns:p14="http://schemas.microsoft.com/office/powerpoint/2010/main" val="3337543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as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85DACF0-9329-EE51-C4B2-D56E9D65618C}"/>
              </a:ext>
            </a:extLst>
          </p:cNvPr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626795C-661F-588C-6A7A-49AEAD2673A7}"/>
              </a:ext>
            </a:extLst>
          </p:cNvPr>
          <p:cNvSpPr/>
          <p:nvPr userDrawn="1"/>
        </p:nvSpPr>
        <p:spPr>
          <a:xfrm>
            <a:off x="989493" y="1344162"/>
            <a:ext cx="10036309" cy="4864100"/>
          </a:xfrm>
          <a:prstGeom prst="roundRect">
            <a:avLst/>
          </a:prstGeom>
          <a:solidFill>
            <a:srgbClr val="F8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3164015" y="1990140"/>
            <a:ext cx="6937830" cy="3696458"/>
          </a:xfrm>
        </p:spPr>
        <p:txBody>
          <a:bodyPr/>
          <a:lstStyle>
            <a:lvl1pPr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  <a:defRPr lang="en-US" sz="2000" b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6095" indent="-285750">
              <a:defRPr/>
            </a:lvl2pPr>
            <a:lvl3pPr>
              <a:defRPr lang="en-US" sz="2000" dirty="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marL="360327" lvl="2" indent="-179982" algn="l" rtl="0" eaLnBrk="1" fontAlgn="base" hangingPunct="1">
              <a:lnSpc>
                <a:spcPct val="125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FontTx/>
              <a:buBlip>
                <a:blip r:embed="rId2"/>
              </a:buBlip>
              <a:tabLst/>
            </a:pPr>
            <a:r>
              <a:rPr lang="en-US"/>
              <a:t>Second level</a:t>
            </a:r>
          </a:p>
        </p:txBody>
      </p:sp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F6689A-AFE3-24F8-FCB1-BC4E8D9C3D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5" name="Slide Number Placeholder 109">
            <a:extLst>
              <a:ext uri="{FF2B5EF4-FFF2-40B4-BE49-F238E27FC236}">
                <a16:creationId xmlns:a16="http://schemas.microsoft.com/office/drawing/2014/main" id="{CD5A6129-3EB7-C2EF-13CC-93174B774994}"/>
              </a:ext>
            </a:extLst>
          </p:cNvPr>
          <p:cNvSpPr txBox="1">
            <a:spLocks/>
          </p:cNvSpPr>
          <p:nvPr/>
        </p:nvSpPr>
        <p:spPr>
          <a:xfrm>
            <a:off x="11426179" y="6454131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3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3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Title 3">
            <a:extLst>
              <a:ext uri="{FF2B5EF4-FFF2-40B4-BE49-F238E27FC236}">
                <a16:creationId xmlns:a16="http://schemas.microsoft.com/office/drawing/2014/main" id="{5AF3534B-A4B2-BD34-5235-AAC58700E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3" y="282346"/>
            <a:ext cx="8541660" cy="378402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EE873A-2B29-1F5B-12B5-4CDBE31F68D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-246480" y="2577939"/>
            <a:ext cx="2465776" cy="2396546"/>
            <a:chOff x="-594617" y="1405323"/>
            <a:chExt cx="4916370" cy="4778337"/>
          </a:xfrm>
        </p:grpSpPr>
        <p:pic>
          <p:nvPicPr>
            <p:cNvPr id="33" name="Picture 32" descr="A clipboard with a paper on it&#10;&#10;AI-generated content may be incorrect.">
              <a:extLst>
                <a:ext uri="{FF2B5EF4-FFF2-40B4-BE49-F238E27FC236}">
                  <a16:creationId xmlns:a16="http://schemas.microsoft.com/office/drawing/2014/main" id="{CB3A4A47-3C8E-4A4A-E237-EA92724FE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07040">
              <a:off x="-594617" y="1405323"/>
              <a:ext cx="4823344" cy="4778337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E685C8D-8E25-F405-2DF8-1FAEDD9B8856}"/>
                </a:ext>
              </a:extLst>
            </p:cNvPr>
            <p:cNvGrpSpPr/>
            <p:nvPr/>
          </p:nvGrpSpPr>
          <p:grpSpPr>
            <a:xfrm>
              <a:off x="602047" y="2689818"/>
              <a:ext cx="2193409" cy="2265433"/>
              <a:chOff x="730766" y="2454030"/>
              <a:chExt cx="2193409" cy="2265433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A21861DB-773E-54EE-CA7C-E4BD5986EE82}"/>
                  </a:ext>
                </a:extLst>
              </p:cNvPr>
              <p:cNvGrpSpPr/>
              <p:nvPr/>
            </p:nvGrpSpPr>
            <p:grpSpPr>
              <a:xfrm>
                <a:off x="939799" y="2454030"/>
                <a:ext cx="1984376" cy="2265433"/>
                <a:chOff x="939799" y="2454030"/>
                <a:chExt cx="1984376" cy="2265433"/>
              </a:xfrm>
            </p:grpSpPr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0C68CD2F-6AD1-BF3A-F92F-01C8B6EC7A0A}"/>
                    </a:ext>
                  </a:extLst>
                </p:cNvPr>
                <p:cNvSpPr/>
                <p:nvPr/>
              </p:nvSpPr>
              <p:spPr>
                <a:xfrm>
                  <a:off x="939800" y="2454030"/>
                  <a:ext cx="628650" cy="2605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7677DA45-008F-3A56-E2FC-E3506E64791F}"/>
                    </a:ext>
                  </a:extLst>
                </p:cNvPr>
                <p:cNvSpPr/>
                <p:nvPr/>
              </p:nvSpPr>
              <p:spPr>
                <a:xfrm>
                  <a:off x="939799" y="2881795"/>
                  <a:ext cx="1857375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217C7DE-6BF3-083A-CF1A-52B33BEF51ED}"/>
                    </a:ext>
                  </a:extLst>
                </p:cNvPr>
                <p:cNvSpPr/>
                <p:nvPr/>
              </p:nvSpPr>
              <p:spPr>
                <a:xfrm>
                  <a:off x="939799" y="3342170"/>
                  <a:ext cx="1857375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7F424BBB-A41B-9F98-A3AE-C6AF585951AC}"/>
                    </a:ext>
                  </a:extLst>
                </p:cNvPr>
                <p:cNvSpPr/>
                <p:nvPr/>
              </p:nvSpPr>
              <p:spPr>
                <a:xfrm>
                  <a:off x="939799" y="3800629"/>
                  <a:ext cx="1952626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5127310C-93BC-250E-9582-525A839E90E7}"/>
                    </a:ext>
                  </a:extLst>
                </p:cNvPr>
                <p:cNvSpPr/>
                <p:nvPr/>
              </p:nvSpPr>
              <p:spPr>
                <a:xfrm>
                  <a:off x="939799" y="4259088"/>
                  <a:ext cx="1984376" cy="4603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CE980C94-6C49-8CFB-518C-C91449A547B4}"/>
                  </a:ext>
                </a:extLst>
              </p:cNvPr>
              <p:cNvGrpSpPr/>
              <p:nvPr/>
            </p:nvGrpSpPr>
            <p:grpSpPr>
              <a:xfrm>
                <a:off x="730766" y="2644807"/>
                <a:ext cx="324000" cy="288000"/>
                <a:chOff x="-751959" y="2787727"/>
                <a:chExt cx="324000" cy="288000"/>
              </a:xfrm>
            </p:grpSpPr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AA6D9E35-484A-F739-278B-CF415A0705FE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176A54B3-D6B4-E377-7C09-A264E2E5842A}"/>
                    </a:ext>
                  </a:extLst>
                </p:cNvPr>
                <p:cNvGrpSpPr/>
                <p:nvPr userDrawn="1"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63" name="Oval 62">
                    <a:extLst>
                      <a:ext uri="{FF2B5EF4-FFF2-40B4-BE49-F238E27FC236}">
                        <a16:creationId xmlns:a16="http://schemas.microsoft.com/office/drawing/2014/main" id="{03EE6713-60C9-C57C-BC0B-362541290474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4" name="Graphic 63" descr="Badge Tick with solid fill">
                    <a:extLst>
                      <a:ext uri="{FF2B5EF4-FFF2-40B4-BE49-F238E27FC236}">
                        <a16:creationId xmlns:a16="http://schemas.microsoft.com/office/drawing/2014/main" id="{F8A64E3D-5F3D-F8A9-CAB9-8283A27FA54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B726283-996E-83CB-77B0-73600B02C564}"/>
                  </a:ext>
                </a:extLst>
              </p:cNvPr>
              <p:cNvGrpSpPr/>
              <p:nvPr/>
            </p:nvGrpSpPr>
            <p:grpSpPr>
              <a:xfrm>
                <a:off x="730876" y="3103928"/>
                <a:ext cx="324000" cy="288000"/>
                <a:chOff x="-751959" y="2787727"/>
                <a:chExt cx="324000" cy="288000"/>
              </a:xfrm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66107567-9886-F905-50C0-C1EE2C5D732C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3977974-AC8E-FAB9-303F-22AB54C0E416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7A546C33-C2D2-7EE8-AEFF-228C09604ABE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0" name="Graphic 59" descr="Badge Tick with solid fill">
                    <a:extLst>
                      <a:ext uri="{FF2B5EF4-FFF2-40B4-BE49-F238E27FC236}">
                        <a16:creationId xmlns:a16="http://schemas.microsoft.com/office/drawing/2014/main" id="{F043197C-074B-599D-6241-D8DF4B1101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C39EB4BF-A848-D0FE-9E62-DA704DFC9748}"/>
                  </a:ext>
                </a:extLst>
              </p:cNvPr>
              <p:cNvGrpSpPr/>
              <p:nvPr/>
            </p:nvGrpSpPr>
            <p:grpSpPr>
              <a:xfrm>
                <a:off x="730766" y="3566323"/>
                <a:ext cx="324000" cy="288000"/>
                <a:chOff x="-751959" y="2787727"/>
                <a:chExt cx="324000" cy="288000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32988A1-EAF5-FAE8-D750-2A2C41801FE9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6DC96F67-8A9F-7E63-4C7C-ADED96FC66D5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610829B5-3E62-3BDC-21CC-F0221A691AAC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6" name="Graphic 55" descr="Badge Tick with solid fill">
                    <a:extLst>
                      <a:ext uri="{FF2B5EF4-FFF2-40B4-BE49-F238E27FC236}">
                        <a16:creationId xmlns:a16="http://schemas.microsoft.com/office/drawing/2014/main" id="{C07F14BD-1438-7618-8FA5-2E42218530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F6D9EEF-4DB9-11CE-D6C9-87ECBD69FF82}"/>
                  </a:ext>
                </a:extLst>
              </p:cNvPr>
              <p:cNvGrpSpPr/>
              <p:nvPr/>
            </p:nvGrpSpPr>
            <p:grpSpPr>
              <a:xfrm>
                <a:off x="734091" y="4032461"/>
                <a:ext cx="324000" cy="288000"/>
                <a:chOff x="-751959" y="2787727"/>
                <a:chExt cx="324000" cy="288000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B53053E3-D54B-5CDF-AD6F-C17BBB37278F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3B09A85E-17AB-1420-72ED-A554BD90EF1C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072F1D4C-F173-C90D-A410-58F73E8B0052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2" name="Graphic 51" descr="Badge Tick with solid fill">
                    <a:extLst>
                      <a:ext uri="{FF2B5EF4-FFF2-40B4-BE49-F238E27FC236}">
                        <a16:creationId xmlns:a16="http://schemas.microsoft.com/office/drawing/2014/main" id="{7D79133B-7A8D-4552-31C8-7F7D502916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</p:grpSp>
        <p:pic>
          <p:nvPicPr>
            <p:cNvPr id="43" name="Picture 42" descr="A pencil with a pointy tip&#10;&#10;AI-generated content may be incorrect.">
              <a:extLst>
                <a:ext uri="{FF2B5EF4-FFF2-40B4-BE49-F238E27FC236}">
                  <a16:creationId xmlns:a16="http://schemas.microsoft.com/office/drawing/2014/main" id="{7383AB4E-D5B3-9CFD-06B1-349D0155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71541">
              <a:off x="2639181" y="3761949"/>
              <a:ext cx="1678685" cy="1686458"/>
            </a:xfrm>
            <a:prstGeom prst="rect">
              <a:avLst/>
            </a:prstGeom>
          </p:spPr>
        </p:pic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9094ED-7AAC-D8DA-0209-D5D8A55F4A99}"/>
              </a:ext>
            </a:extLst>
          </p:cNvPr>
          <p:cNvSpPr/>
          <p:nvPr userDrawn="1"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pic>
        <p:nvPicPr>
          <p:cNvPr id="11" name="Picture 10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94E3394C-D5AA-7A90-03A8-0B8B3B8CC63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</p:spTree>
    <p:extLst>
      <p:ext uri="{BB962C8B-B14F-4D97-AF65-F5344CB8AC3E}">
        <p14:creationId xmlns:p14="http://schemas.microsoft.com/office/powerpoint/2010/main" val="3038921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as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85DACF0-9329-EE51-C4B2-D56E9D65618C}"/>
              </a:ext>
            </a:extLst>
          </p:cNvPr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626795C-661F-588C-6A7A-49AEAD2673A7}"/>
              </a:ext>
            </a:extLst>
          </p:cNvPr>
          <p:cNvSpPr/>
          <p:nvPr userDrawn="1"/>
        </p:nvSpPr>
        <p:spPr>
          <a:xfrm>
            <a:off x="989493" y="1344162"/>
            <a:ext cx="10036309" cy="4864100"/>
          </a:xfrm>
          <a:prstGeom prst="roundRect">
            <a:avLst/>
          </a:prstGeom>
          <a:solidFill>
            <a:srgbClr val="F8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3164015" y="1990140"/>
            <a:ext cx="6937830" cy="3696458"/>
          </a:xfrm>
        </p:spPr>
        <p:txBody>
          <a:bodyPr/>
          <a:lstStyle>
            <a:lvl1pPr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  <a:defRPr lang="en-US" sz="2000" b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6095" indent="-285750">
              <a:defRPr/>
            </a:lvl2pPr>
            <a:lvl3pPr>
              <a:defRPr lang="en-US" sz="2000" dirty="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marL="360327" lvl="2" indent="-179982" algn="l" rtl="0" eaLnBrk="1" fontAlgn="base" hangingPunct="1">
              <a:lnSpc>
                <a:spcPct val="125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FontTx/>
              <a:buBlip>
                <a:blip r:embed="rId2"/>
              </a:buBlip>
              <a:tabLst/>
            </a:pPr>
            <a:r>
              <a:rPr lang="en-US"/>
              <a:t>Second level</a:t>
            </a:r>
          </a:p>
        </p:txBody>
      </p:sp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F6689A-AFE3-24F8-FCB1-BC4E8D9C3D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5" name="Slide Number Placeholder 109">
            <a:extLst>
              <a:ext uri="{FF2B5EF4-FFF2-40B4-BE49-F238E27FC236}">
                <a16:creationId xmlns:a16="http://schemas.microsoft.com/office/drawing/2014/main" id="{CD5A6129-3EB7-C2EF-13CC-93174B774994}"/>
              </a:ext>
            </a:extLst>
          </p:cNvPr>
          <p:cNvSpPr txBox="1">
            <a:spLocks/>
          </p:cNvSpPr>
          <p:nvPr/>
        </p:nvSpPr>
        <p:spPr>
          <a:xfrm>
            <a:off x="11426179" y="6454131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3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3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Title 3">
            <a:extLst>
              <a:ext uri="{FF2B5EF4-FFF2-40B4-BE49-F238E27FC236}">
                <a16:creationId xmlns:a16="http://schemas.microsoft.com/office/drawing/2014/main" id="{5AF3534B-A4B2-BD34-5235-AAC58700E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3" y="282346"/>
            <a:ext cx="8541660" cy="378402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EE873A-2B29-1F5B-12B5-4CDBE31F68D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-246480" y="2577939"/>
            <a:ext cx="2465776" cy="2396546"/>
            <a:chOff x="-594617" y="1405323"/>
            <a:chExt cx="4916370" cy="4778337"/>
          </a:xfrm>
        </p:grpSpPr>
        <p:pic>
          <p:nvPicPr>
            <p:cNvPr id="33" name="Picture 32" descr="A clipboard with a paper on it&#10;&#10;AI-generated content may be incorrect.">
              <a:extLst>
                <a:ext uri="{FF2B5EF4-FFF2-40B4-BE49-F238E27FC236}">
                  <a16:creationId xmlns:a16="http://schemas.microsoft.com/office/drawing/2014/main" id="{CB3A4A47-3C8E-4A4A-E237-EA92724FE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07040">
              <a:off x="-594617" y="1405323"/>
              <a:ext cx="4823344" cy="4778337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E685C8D-8E25-F405-2DF8-1FAEDD9B8856}"/>
                </a:ext>
              </a:extLst>
            </p:cNvPr>
            <p:cNvGrpSpPr/>
            <p:nvPr/>
          </p:nvGrpSpPr>
          <p:grpSpPr>
            <a:xfrm>
              <a:off x="602047" y="2689818"/>
              <a:ext cx="2193409" cy="2265433"/>
              <a:chOff x="730766" y="2454030"/>
              <a:chExt cx="2193409" cy="2265433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A21861DB-773E-54EE-CA7C-E4BD5986EE82}"/>
                  </a:ext>
                </a:extLst>
              </p:cNvPr>
              <p:cNvGrpSpPr/>
              <p:nvPr/>
            </p:nvGrpSpPr>
            <p:grpSpPr>
              <a:xfrm>
                <a:off x="939799" y="2454030"/>
                <a:ext cx="1984376" cy="2265433"/>
                <a:chOff x="939799" y="2454030"/>
                <a:chExt cx="1984376" cy="2265433"/>
              </a:xfrm>
            </p:grpSpPr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0C68CD2F-6AD1-BF3A-F92F-01C8B6EC7A0A}"/>
                    </a:ext>
                  </a:extLst>
                </p:cNvPr>
                <p:cNvSpPr/>
                <p:nvPr/>
              </p:nvSpPr>
              <p:spPr>
                <a:xfrm>
                  <a:off x="939800" y="2454030"/>
                  <a:ext cx="628650" cy="2605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7677DA45-008F-3A56-E2FC-E3506E64791F}"/>
                    </a:ext>
                  </a:extLst>
                </p:cNvPr>
                <p:cNvSpPr/>
                <p:nvPr/>
              </p:nvSpPr>
              <p:spPr>
                <a:xfrm>
                  <a:off x="939799" y="2881795"/>
                  <a:ext cx="1857375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217C7DE-6BF3-083A-CF1A-52B33BEF51ED}"/>
                    </a:ext>
                  </a:extLst>
                </p:cNvPr>
                <p:cNvSpPr/>
                <p:nvPr/>
              </p:nvSpPr>
              <p:spPr>
                <a:xfrm>
                  <a:off x="939799" y="3342170"/>
                  <a:ext cx="1857375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7F424BBB-A41B-9F98-A3AE-C6AF585951AC}"/>
                    </a:ext>
                  </a:extLst>
                </p:cNvPr>
                <p:cNvSpPr/>
                <p:nvPr/>
              </p:nvSpPr>
              <p:spPr>
                <a:xfrm>
                  <a:off x="939799" y="3800629"/>
                  <a:ext cx="1952626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5127310C-93BC-250E-9582-525A839E90E7}"/>
                    </a:ext>
                  </a:extLst>
                </p:cNvPr>
                <p:cNvSpPr/>
                <p:nvPr/>
              </p:nvSpPr>
              <p:spPr>
                <a:xfrm>
                  <a:off x="939799" y="4259088"/>
                  <a:ext cx="1984376" cy="4603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CE980C94-6C49-8CFB-518C-C91449A547B4}"/>
                  </a:ext>
                </a:extLst>
              </p:cNvPr>
              <p:cNvGrpSpPr/>
              <p:nvPr/>
            </p:nvGrpSpPr>
            <p:grpSpPr>
              <a:xfrm>
                <a:off x="730766" y="2644807"/>
                <a:ext cx="324000" cy="288000"/>
                <a:chOff x="-751959" y="2787727"/>
                <a:chExt cx="324000" cy="288000"/>
              </a:xfrm>
            </p:grpSpPr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AA6D9E35-484A-F739-278B-CF415A0705FE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176A54B3-D6B4-E377-7C09-A264E2E5842A}"/>
                    </a:ext>
                  </a:extLst>
                </p:cNvPr>
                <p:cNvGrpSpPr/>
                <p:nvPr userDrawn="1"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63" name="Oval 62">
                    <a:extLst>
                      <a:ext uri="{FF2B5EF4-FFF2-40B4-BE49-F238E27FC236}">
                        <a16:creationId xmlns:a16="http://schemas.microsoft.com/office/drawing/2014/main" id="{03EE6713-60C9-C57C-BC0B-362541290474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4" name="Graphic 63" descr="Badge Tick with solid fill">
                    <a:extLst>
                      <a:ext uri="{FF2B5EF4-FFF2-40B4-BE49-F238E27FC236}">
                        <a16:creationId xmlns:a16="http://schemas.microsoft.com/office/drawing/2014/main" id="{F8A64E3D-5F3D-F8A9-CAB9-8283A27FA54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B726283-996E-83CB-77B0-73600B02C564}"/>
                  </a:ext>
                </a:extLst>
              </p:cNvPr>
              <p:cNvGrpSpPr/>
              <p:nvPr/>
            </p:nvGrpSpPr>
            <p:grpSpPr>
              <a:xfrm>
                <a:off x="730876" y="3103928"/>
                <a:ext cx="324000" cy="288000"/>
                <a:chOff x="-751959" y="2787727"/>
                <a:chExt cx="324000" cy="288000"/>
              </a:xfrm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66107567-9886-F905-50C0-C1EE2C5D732C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3977974-AC8E-FAB9-303F-22AB54C0E416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7A546C33-C2D2-7EE8-AEFF-228C09604ABE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0" name="Graphic 59" descr="Badge Tick with solid fill">
                    <a:extLst>
                      <a:ext uri="{FF2B5EF4-FFF2-40B4-BE49-F238E27FC236}">
                        <a16:creationId xmlns:a16="http://schemas.microsoft.com/office/drawing/2014/main" id="{F043197C-074B-599D-6241-D8DF4B1101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C39EB4BF-A848-D0FE-9E62-DA704DFC9748}"/>
                  </a:ext>
                </a:extLst>
              </p:cNvPr>
              <p:cNvGrpSpPr/>
              <p:nvPr/>
            </p:nvGrpSpPr>
            <p:grpSpPr>
              <a:xfrm>
                <a:off x="730766" y="3566323"/>
                <a:ext cx="324000" cy="288000"/>
                <a:chOff x="-751959" y="2787727"/>
                <a:chExt cx="324000" cy="288000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32988A1-EAF5-FAE8-D750-2A2C41801FE9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6DC96F67-8A9F-7E63-4C7C-ADED96FC66D5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610829B5-3E62-3BDC-21CC-F0221A691AAC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6" name="Graphic 55" descr="Badge Tick with solid fill">
                    <a:extLst>
                      <a:ext uri="{FF2B5EF4-FFF2-40B4-BE49-F238E27FC236}">
                        <a16:creationId xmlns:a16="http://schemas.microsoft.com/office/drawing/2014/main" id="{C07F14BD-1438-7618-8FA5-2E42218530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F6D9EEF-4DB9-11CE-D6C9-87ECBD69FF82}"/>
                  </a:ext>
                </a:extLst>
              </p:cNvPr>
              <p:cNvGrpSpPr/>
              <p:nvPr/>
            </p:nvGrpSpPr>
            <p:grpSpPr>
              <a:xfrm>
                <a:off x="734091" y="4032461"/>
                <a:ext cx="324000" cy="288000"/>
                <a:chOff x="-751959" y="2787727"/>
                <a:chExt cx="324000" cy="288000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B53053E3-D54B-5CDF-AD6F-C17BBB37278F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3B09A85E-17AB-1420-72ED-A554BD90EF1C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072F1D4C-F173-C90D-A410-58F73E8B0052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2" name="Graphic 51" descr="Badge Tick with solid fill">
                    <a:extLst>
                      <a:ext uri="{FF2B5EF4-FFF2-40B4-BE49-F238E27FC236}">
                        <a16:creationId xmlns:a16="http://schemas.microsoft.com/office/drawing/2014/main" id="{7D79133B-7A8D-4552-31C8-7F7D502916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</p:grpSp>
        <p:pic>
          <p:nvPicPr>
            <p:cNvPr id="43" name="Picture 42" descr="A pencil with a pointy tip&#10;&#10;AI-generated content may be incorrect.">
              <a:extLst>
                <a:ext uri="{FF2B5EF4-FFF2-40B4-BE49-F238E27FC236}">
                  <a16:creationId xmlns:a16="http://schemas.microsoft.com/office/drawing/2014/main" id="{7383AB4E-D5B3-9CFD-06B1-349D0155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71541">
              <a:off x="2639181" y="3761949"/>
              <a:ext cx="1678685" cy="1686458"/>
            </a:xfrm>
            <a:prstGeom prst="rect">
              <a:avLst/>
            </a:prstGeom>
          </p:spPr>
        </p:pic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9094ED-7AAC-D8DA-0209-D5D8A55F4A99}"/>
              </a:ext>
            </a:extLst>
          </p:cNvPr>
          <p:cNvSpPr/>
          <p:nvPr userDrawn="1"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pic>
        <p:nvPicPr>
          <p:cNvPr id="11" name="Picture 10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94E3394C-D5AA-7A90-03A8-0B8B3B8CC63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</p:spTree>
    <p:extLst>
      <p:ext uri="{BB962C8B-B14F-4D97-AF65-F5344CB8AC3E}">
        <p14:creationId xmlns:p14="http://schemas.microsoft.com/office/powerpoint/2010/main" val="35061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s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85DACF0-9329-EE51-C4B2-D56E9D65618C}"/>
              </a:ext>
            </a:extLst>
          </p:cNvPr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626795C-661F-588C-6A7A-49AEAD2673A7}"/>
              </a:ext>
            </a:extLst>
          </p:cNvPr>
          <p:cNvSpPr/>
          <p:nvPr userDrawn="1"/>
        </p:nvSpPr>
        <p:spPr>
          <a:xfrm>
            <a:off x="989493" y="1344162"/>
            <a:ext cx="10036309" cy="4864100"/>
          </a:xfrm>
          <a:prstGeom prst="roundRect">
            <a:avLst/>
          </a:prstGeom>
          <a:solidFill>
            <a:srgbClr val="F8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3164015" y="1990140"/>
            <a:ext cx="6937830" cy="3696458"/>
          </a:xfrm>
        </p:spPr>
        <p:txBody>
          <a:bodyPr/>
          <a:lstStyle>
            <a:lvl1pPr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  <a:defRPr lang="en-US" sz="2000" b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6095" indent="-285750">
              <a:defRPr/>
            </a:lvl2pPr>
            <a:lvl3pPr>
              <a:defRPr lang="en-US" sz="2000" dirty="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marL="360327" lvl="2" indent="-179982" algn="l" rtl="0" eaLnBrk="1" fontAlgn="base" hangingPunct="1">
              <a:lnSpc>
                <a:spcPct val="125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FontTx/>
              <a:buBlip>
                <a:blip r:embed="rId2"/>
              </a:buBlip>
              <a:tabLst/>
            </a:pPr>
            <a:r>
              <a:rPr lang="en-US"/>
              <a:t>Second level</a:t>
            </a:r>
          </a:p>
        </p:txBody>
      </p:sp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F6689A-AFE3-24F8-FCB1-BC4E8D9C3D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5" name="Slide Number Placeholder 109">
            <a:extLst>
              <a:ext uri="{FF2B5EF4-FFF2-40B4-BE49-F238E27FC236}">
                <a16:creationId xmlns:a16="http://schemas.microsoft.com/office/drawing/2014/main" id="{CD5A6129-3EB7-C2EF-13CC-93174B774994}"/>
              </a:ext>
            </a:extLst>
          </p:cNvPr>
          <p:cNvSpPr txBox="1">
            <a:spLocks/>
          </p:cNvSpPr>
          <p:nvPr/>
        </p:nvSpPr>
        <p:spPr>
          <a:xfrm>
            <a:off x="11426179" y="6454131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3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3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Title 3">
            <a:extLst>
              <a:ext uri="{FF2B5EF4-FFF2-40B4-BE49-F238E27FC236}">
                <a16:creationId xmlns:a16="http://schemas.microsoft.com/office/drawing/2014/main" id="{5AF3534B-A4B2-BD34-5235-AAC58700E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3" y="282346"/>
            <a:ext cx="8541660" cy="378402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EE873A-2B29-1F5B-12B5-4CDBE31F68D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-246480" y="2577939"/>
            <a:ext cx="2465776" cy="2396546"/>
            <a:chOff x="-594617" y="1405323"/>
            <a:chExt cx="4916370" cy="4778337"/>
          </a:xfrm>
        </p:grpSpPr>
        <p:pic>
          <p:nvPicPr>
            <p:cNvPr id="33" name="Picture 32" descr="A clipboard with a paper on it&#10;&#10;AI-generated content may be incorrect.">
              <a:extLst>
                <a:ext uri="{FF2B5EF4-FFF2-40B4-BE49-F238E27FC236}">
                  <a16:creationId xmlns:a16="http://schemas.microsoft.com/office/drawing/2014/main" id="{CB3A4A47-3C8E-4A4A-E237-EA92724FE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07040">
              <a:off x="-594617" y="1405323"/>
              <a:ext cx="4823344" cy="4778337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E685C8D-8E25-F405-2DF8-1FAEDD9B8856}"/>
                </a:ext>
              </a:extLst>
            </p:cNvPr>
            <p:cNvGrpSpPr/>
            <p:nvPr/>
          </p:nvGrpSpPr>
          <p:grpSpPr>
            <a:xfrm>
              <a:off x="602047" y="2689818"/>
              <a:ext cx="2193409" cy="2265433"/>
              <a:chOff x="730766" y="2454030"/>
              <a:chExt cx="2193409" cy="2265433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A21861DB-773E-54EE-CA7C-E4BD5986EE82}"/>
                  </a:ext>
                </a:extLst>
              </p:cNvPr>
              <p:cNvGrpSpPr/>
              <p:nvPr/>
            </p:nvGrpSpPr>
            <p:grpSpPr>
              <a:xfrm>
                <a:off x="939799" y="2454030"/>
                <a:ext cx="1984376" cy="2265433"/>
                <a:chOff x="939799" y="2454030"/>
                <a:chExt cx="1984376" cy="2265433"/>
              </a:xfrm>
            </p:grpSpPr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0C68CD2F-6AD1-BF3A-F92F-01C8B6EC7A0A}"/>
                    </a:ext>
                  </a:extLst>
                </p:cNvPr>
                <p:cNvSpPr/>
                <p:nvPr/>
              </p:nvSpPr>
              <p:spPr>
                <a:xfrm>
                  <a:off x="939800" y="2454030"/>
                  <a:ext cx="628650" cy="2605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7677DA45-008F-3A56-E2FC-E3506E64791F}"/>
                    </a:ext>
                  </a:extLst>
                </p:cNvPr>
                <p:cNvSpPr/>
                <p:nvPr/>
              </p:nvSpPr>
              <p:spPr>
                <a:xfrm>
                  <a:off x="939799" y="2881795"/>
                  <a:ext cx="1857375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217C7DE-6BF3-083A-CF1A-52B33BEF51ED}"/>
                    </a:ext>
                  </a:extLst>
                </p:cNvPr>
                <p:cNvSpPr/>
                <p:nvPr/>
              </p:nvSpPr>
              <p:spPr>
                <a:xfrm>
                  <a:off x="939799" y="3342170"/>
                  <a:ext cx="1857375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7F424BBB-A41B-9F98-A3AE-C6AF585951AC}"/>
                    </a:ext>
                  </a:extLst>
                </p:cNvPr>
                <p:cNvSpPr/>
                <p:nvPr/>
              </p:nvSpPr>
              <p:spPr>
                <a:xfrm>
                  <a:off x="939799" y="3800629"/>
                  <a:ext cx="1952626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5127310C-93BC-250E-9582-525A839E90E7}"/>
                    </a:ext>
                  </a:extLst>
                </p:cNvPr>
                <p:cNvSpPr/>
                <p:nvPr/>
              </p:nvSpPr>
              <p:spPr>
                <a:xfrm>
                  <a:off x="939799" y="4259088"/>
                  <a:ext cx="1984376" cy="4603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CE980C94-6C49-8CFB-518C-C91449A547B4}"/>
                  </a:ext>
                </a:extLst>
              </p:cNvPr>
              <p:cNvGrpSpPr/>
              <p:nvPr/>
            </p:nvGrpSpPr>
            <p:grpSpPr>
              <a:xfrm>
                <a:off x="730766" y="2644807"/>
                <a:ext cx="324000" cy="288000"/>
                <a:chOff x="-751959" y="2787727"/>
                <a:chExt cx="324000" cy="288000"/>
              </a:xfrm>
            </p:grpSpPr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AA6D9E35-484A-F739-278B-CF415A0705FE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176A54B3-D6B4-E377-7C09-A264E2E5842A}"/>
                    </a:ext>
                  </a:extLst>
                </p:cNvPr>
                <p:cNvGrpSpPr/>
                <p:nvPr userDrawn="1"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63" name="Oval 62">
                    <a:extLst>
                      <a:ext uri="{FF2B5EF4-FFF2-40B4-BE49-F238E27FC236}">
                        <a16:creationId xmlns:a16="http://schemas.microsoft.com/office/drawing/2014/main" id="{03EE6713-60C9-C57C-BC0B-362541290474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4" name="Graphic 63" descr="Badge Tick with solid fill">
                    <a:extLst>
                      <a:ext uri="{FF2B5EF4-FFF2-40B4-BE49-F238E27FC236}">
                        <a16:creationId xmlns:a16="http://schemas.microsoft.com/office/drawing/2014/main" id="{F8A64E3D-5F3D-F8A9-CAB9-8283A27FA54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B726283-996E-83CB-77B0-73600B02C564}"/>
                  </a:ext>
                </a:extLst>
              </p:cNvPr>
              <p:cNvGrpSpPr/>
              <p:nvPr/>
            </p:nvGrpSpPr>
            <p:grpSpPr>
              <a:xfrm>
                <a:off x="730876" y="3103928"/>
                <a:ext cx="324000" cy="288000"/>
                <a:chOff x="-751959" y="2787727"/>
                <a:chExt cx="324000" cy="288000"/>
              </a:xfrm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66107567-9886-F905-50C0-C1EE2C5D732C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3977974-AC8E-FAB9-303F-22AB54C0E416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7A546C33-C2D2-7EE8-AEFF-228C09604ABE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0" name="Graphic 59" descr="Badge Tick with solid fill">
                    <a:extLst>
                      <a:ext uri="{FF2B5EF4-FFF2-40B4-BE49-F238E27FC236}">
                        <a16:creationId xmlns:a16="http://schemas.microsoft.com/office/drawing/2014/main" id="{F043197C-074B-599D-6241-D8DF4B1101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C39EB4BF-A848-D0FE-9E62-DA704DFC9748}"/>
                  </a:ext>
                </a:extLst>
              </p:cNvPr>
              <p:cNvGrpSpPr/>
              <p:nvPr/>
            </p:nvGrpSpPr>
            <p:grpSpPr>
              <a:xfrm>
                <a:off x="730766" y="3566323"/>
                <a:ext cx="324000" cy="288000"/>
                <a:chOff x="-751959" y="2787727"/>
                <a:chExt cx="324000" cy="288000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32988A1-EAF5-FAE8-D750-2A2C41801FE9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6DC96F67-8A9F-7E63-4C7C-ADED96FC66D5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610829B5-3E62-3BDC-21CC-F0221A691AAC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6" name="Graphic 55" descr="Badge Tick with solid fill">
                    <a:extLst>
                      <a:ext uri="{FF2B5EF4-FFF2-40B4-BE49-F238E27FC236}">
                        <a16:creationId xmlns:a16="http://schemas.microsoft.com/office/drawing/2014/main" id="{C07F14BD-1438-7618-8FA5-2E42218530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F6D9EEF-4DB9-11CE-D6C9-87ECBD69FF82}"/>
                  </a:ext>
                </a:extLst>
              </p:cNvPr>
              <p:cNvGrpSpPr/>
              <p:nvPr/>
            </p:nvGrpSpPr>
            <p:grpSpPr>
              <a:xfrm>
                <a:off x="734091" y="4032461"/>
                <a:ext cx="324000" cy="288000"/>
                <a:chOff x="-751959" y="2787727"/>
                <a:chExt cx="324000" cy="288000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B53053E3-D54B-5CDF-AD6F-C17BBB37278F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3B09A85E-17AB-1420-72ED-A554BD90EF1C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072F1D4C-F173-C90D-A410-58F73E8B0052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2" name="Graphic 51" descr="Badge Tick with solid fill">
                    <a:extLst>
                      <a:ext uri="{FF2B5EF4-FFF2-40B4-BE49-F238E27FC236}">
                        <a16:creationId xmlns:a16="http://schemas.microsoft.com/office/drawing/2014/main" id="{7D79133B-7A8D-4552-31C8-7F7D502916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</p:grpSp>
        <p:pic>
          <p:nvPicPr>
            <p:cNvPr id="43" name="Picture 42" descr="A pencil with a pointy tip&#10;&#10;AI-generated content may be incorrect.">
              <a:extLst>
                <a:ext uri="{FF2B5EF4-FFF2-40B4-BE49-F238E27FC236}">
                  <a16:creationId xmlns:a16="http://schemas.microsoft.com/office/drawing/2014/main" id="{7383AB4E-D5B3-9CFD-06B1-349D0155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71541">
              <a:off x="2639181" y="3761949"/>
              <a:ext cx="1678685" cy="1686458"/>
            </a:xfrm>
            <a:prstGeom prst="rect">
              <a:avLst/>
            </a:prstGeom>
          </p:spPr>
        </p:pic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9094ED-7AAC-D8DA-0209-D5D8A55F4A99}"/>
              </a:ext>
            </a:extLst>
          </p:cNvPr>
          <p:cNvSpPr/>
          <p:nvPr userDrawn="1"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pic>
        <p:nvPicPr>
          <p:cNvPr id="11" name="Picture 10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94E3394C-D5AA-7A90-03A8-0B8B3B8CC63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</p:spTree>
    <p:extLst>
      <p:ext uri="{BB962C8B-B14F-4D97-AF65-F5344CB8AC3E}">
        <p14:creationId xmlns:p14="http://schemas.microsoft.com/office/powerpoint/2010/main" val="2009469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as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85DACF0-9329-EE51-C4B2-D56E9D65618C}"/>
              </a:ext>
            </a:extLst>
          </p:cNvPr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626795C-661F-588C-6A7A-49AEAD2673A7}"/>
              </a:ext>
            </a:extLst>
          </p:cNvPr>
          <p:cNvSpPr/>
          <p:nvPr userDrawn="1"/>
        </p:nvSpPr>
        <p:spPr>
          <a:xfrm>
            <a:off x="989493" y="1344162"/>
            <a:ext cx="10036309" cy="4864100"/>
          </a:xfrm>
          <a:prstGeom prst="roundRect">
            <a:avLst/>
          </a:prstGeom>
          <a:solidFill>
            <a:srgbClr val="F8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3164015" y="1990140"/>
            <a:ext cx="6937830" cy="3696458"/>
          </a:xfrm>
        </p:spPr>
        <p:txBody>
          <a:bodyPr/>
          <a:lstStyle>
            <a:lvl1pPr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  <a:defRPr lang="en-US" sz="2000" b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6095" indent="-285750">
              <a:defRPr/>
            </a:lvl2pPr>
            <a:lvl3pPr>
              <a:defRPr lang="en-US" sz="2000" dirty="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marL="360327" lvl="2" indent="-179982" algn="l" rtl="0" eaLnBrk="1" fontAlgn="base" hangingPunct="1">
              <a:lnSpc>
                <a:spcPct val="125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FontTx/>
              <a:buBlip>
                <a:blip r:embed="rId2"/>
              </a:buBlip>
              <a:tabLst/>
            </a:pPr>
            <a:r>
              <a:rPr lang="en-US"/>
              <a:t>Second level</a:t>
            </a:r>
          </a:p>
        </p:txBody>
      </p:sp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F6689A-AFE3-24F8-FCB1-BC4E8D9C3D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5" name="Slide Number Placeholder 109">
            <a:extLst>
              <a:ext uri="{FF2B5EF4-FFF2-40B4-BE49-F238E27FC236}">
                <a16:creationId xmlns:a16="http://schemas.microsoft.com/office/drawing/2014/main" id="{CD5A6129-3EB7-C2EF-13CC-93174B774994}"/>
              </a:ext>
            </a:extLst>
          </p:cNvPr>
          <p:cNvSpPr txBox="1">
            <a:spLocks/>
          </p:cNvSpPr>
          <p:nvPr/>
        </p:nvSpPr>
        <p:spPr>
          <a:xfrm>
            <a:off x="11426179" y="6454131"/>
            <a:ext cx="26042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400">
                <a:solidFill>
                  <a:srgbClr val="FF0000"/>
                </a:solidFill>
                <a:latin typeface="+mn-lt"/>
              </a:defRPr>
            </a:lvl1pPr>
          </a:lstStyle>
          <a:p>
            <a:pPr marL="0" marR="0" lvl="0" indent="0" algn="r" defTabSz="9143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8A8675-40C0-40D2-8FCE-EA4A25F48F18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3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Title 3">
            <a:extLst>
              <a:ext uri="{FF2B5EF4-FFF2-40B4-BE49-F238E27FC236}">
                <a16:creationId xmlns:a16="http://schemas.microsoft.com/office/drawing/2014/main" id="{5AF3534B-A4B2-BD34-5235-AAC58700E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3" y="282346"/>
            <a:ext cx="8541660" cy="378402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EE873A-2B29-1F5B-12B5-4CDBE31F68D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-246480" y="2577939"/>
            <a:ext cx="2465776" cy="2396546"/>
            <a:chOff x="-594617" y="1405323"/>
            <a:chExt cx="4916370" cy="4778337"/>
          </a:xfrm>
        </p:grpSpPr>
        <p:pic>
          <p:nvPicPr>
            <p:cNvPr id="33" name="Picture 32" descr="A clipboard with a paper on it&#10;&#10;AI-generated content may be incorrect.">
              <a:extLst>
                <a:ext uri="{FF2B5EF4-FFF2-40B4-BE49-F238E27FC236}">
                  <a16:creationId xmlns:a16="http://schemas.microsoft.com/office/drawing/2014/main" id="{CB3A4A47-3C8E-4A4A-E237-EA92724FE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07040">
              <a:off x="-594617" y="1405323"/>
              <a:ext cx="4823344" cy="4778337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E685C8D-8E25-F405-2DF8-1FAEDD9B8856}"/>
                </a:ext>
              </a:extLst>
            </p:cNvPr>
            <p:cNvGrpSpPr/>
            <p:nvPr/>
          </p:nvGrpSpPr>
          <p:grpSpPr>
            <a:xfrm>
              <a:off x="602047" y="2689818"/>
              <a:ext cx="2193409" cy="2265433"/>
              <a:chOff x="730766" y="2454030"/>
              <a:chExt cx="2193409" cy="2265433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A21861DB-773E-54EE-CA7C-E4BD5986EE82}"/>
                  </a:ext>
                </a:extLst>
              </p:cNvPr>
              <p:cNvGrpSpPr/>
              <p:nvPr/>
            </p:nvGrpSpPr>
            <p:grpSpPr>
              <a:xfrm>
                <a:off x="939799" y="2454030"/>
                <a:ext cx="1984376" cy="2265433"/>
                <a:chOff x="939799" y="2454030"/>
                <a:chExt cx="1984376" cy="2265433"/>
              </a:xfrm>
            </p:grpSpPr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0C68CD2F-6AD1-BF3A-F92F-01C8B6EC7A0A}"/>
                    </a:ext>
                  </a:extLst>
                </p:cNvPr>
                <p:cNvSpPr/>
                <p:nvPr/>
              </p:nvSpPr>
              <p:spPr>
                <a:xfrm>
                  <a:off x="939800" y="2454030"/>
                  <a:ext cx="628650" cy="2605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7677DA45-008F-3A56-E2FC-E3506E64791F}"/>
                    </a:ext>
                  </a:extLst>
                </p:cNvPr>
                <p:cNvSpPr/>
                <p:nvPr/>
              </p:nvSpPr>
              <p:spPr>
                <a:xfrm>
                  <a:off x="939799" y="2881795"/>
                  <a:ext cx="1857375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217C7DE-6BF3-083A-CF1A-52B33BEF51ED}"/>
                    </a:ext>
                  </a:extLst>
                </p:cNvPr>
                <p:cNvSpPr/>
                <p:nvPr/>
              </p:nvSpPr>
              <p:spPr>
                <a:xfrm>
                  <a:off x="939799" y="3342170"/>
                  <a:ext cx="1857375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7F424BBB-A41B-9F98-A3AE-C6AF585951AC}"/>
                    </a:ext>
                  </a:extLst>
                </p:cNvPr>
                <p:cNvSpPr/>
                <p:nvPr/>
              </p:nvSpPr>
              <p:spPr>
                <a:xfrm>
                  <a:off x="939799" y="3800629"/>
                  <a:ext cx="1952626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5127310C-93BC-250E-9582-525A839E90E7}"/>
                    </a:ext>
                  </a:extLst>
                </p:cNvPr>
                <p:cNvSpPr/>
                <p:nvPr/>
              </p:nvSpPr>
              <p:spPr>
                <a:xfrm>
                  <a:off x="939799" y="4259088"/>
                  <a:ext cx="1984376" cy="4603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CE980C94-6C49-8CFB-518C-C91449A547B4}"/>
                  </a:ext>
                </a:extLst>
              </p:cNvPr>
              <p:cNvGrpSpPr/>
              <p:nvPr/>
            </p:nvGrpSpPr>
            <p:grpSpPr>
              <a:xfrm>
                <a:off x="730766" y="2644807"/>
                <a:ext cx="324000" cy="288000"/>
                <a:chOff x="-751959" y="2787727"/>
                <a:chExt cx="324000" cy="288000"/>
              </a:xfrm>
            </p:grpSpPr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AA6D9E35-484A-F739-278B-CF415A0705FE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176A54B3-D6B4-E377-7C09-A264E2E5842A}"/>
                    </a:ext>
                  </a:extLst>
                </p:cNvPr>
                <p:cNvGrpSpPr/>
                <p:nvPr userDrawn="1"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63" name="Oval 62">
                    <a:extLst>
                      <a:ext uri="{FF2B5EF4-FFF2-40B4-BE49-F238E27FC236}">
                        <a16:creationId xmlns:a16="http://schemas.microsoft.com/office/drawing/2014/main" id="{03EE6713-60C9-C57C-BC0B-362541290474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4" name="Graphic 63" descr="Badge Tick with solid fill">
                    <a:extLst>
                      <a:ext uri="{FF2B5EF4-FFF2-40B4-BE49-F238E27FC236}">
                        <a16:creationId xmlns:a16="http://schemas.microsoft.com/office/drawing/2014/main" id="{F8A64E3D-5F3D-F8A9-CAB9-8283A27FA54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B726283-996E-83CB-77B0-73600B02C564}"/>
                  </a:ext>
                </a:extLst>
              </p:cNvPr>
              <p:cNvGrpSpPr/>
              <p:nvPr/>
            </p:nvGrpSpPr>
            <p:grpSpPr>
              <a:xfrm>
                <a:off x="730876" y="3103928"/>
                <a:ext cx="324000" cy="288000"/>
                <a:chOff x="-751959" y="2787727"/>
                <a:chExt cx="324000" cy="288000"/>
              </a:xfrm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66107567-9886-F905-50C0-C1EE2C5D732C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3977974-AC8E-FAB9-303F-22AB54C0E416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7A546C33-C2D2-7EE8-AEFF-228C09604ABE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0" name="Graphic 59" descr="Badge Tick with solid fill">
                    <a:extLst>
                      <a:ext uri="{FF2B5EF4-FFF2-40B4-BE49-F238E27FC236}">
                        <a16:creationId xmlns:a16="http://schemas.microsoft.com/office/drawing/2014/main" id="{F043197C-074B-599D-6241-D8DF4B1101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C39EB4BF-A848-D0FE-9E62-DA704DFC9748}"/>
                  </a:ext>
                </a:extLst>
              </p:cNvPr>
              <p:cNvGrpSpPr/>
              <p:nvPr/>
            </p:nvGrpSpPr>
            <p:grpSpPr>
              <a:xfrm>
                <a:off x="730766" y="3566323"/>
                <a:ext cx="324000" cy="288000"/>
                <a:chOff x="-751959" y="2787727"/>
                <a:chExt cx="324000" cy="288000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32988A1-EAF5-FAE8-D750-2A2C41801FE9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6DC96F67-8A9F-7E63-4C7C-ADED96FC66D5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610829B5-3E62-3BDC-21CC-F0221A691AAC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6" name="Graphic 55" descr="Badge Tick with solid fill">
                    <a:extLst>
                      <a:ext uri="{FF2B5EF4-FFF2-40B4-BE49-F238E27FC236}">
                        <a16:creationId xmlns:a16="http://schemas.microsoft.com/office/drawing/2014/main" id="{C07F14BD-1438-7618-8FA5-2E42218530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F6D9EEF-4DB9-11CE-D6C9-87ECBD69FF82}"/>
                  </a:ext>
                </a:extLst>
              </p:cNvPr>
              <p:cNvGrpSpPr/>
              <p:nvPr/>
            </p:nvGrpSpPr>
            <p:grpSpPr>
              <a:xfrm>
                <a:off x="734091" y="4032461"/>
                <a:ext cx="324000" cy="288000"/>
                <a:chOff x="-751959" y="2787727"/>
                <a:chExt cx="324000" cy="288000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B53053E3-D54B-5CDF-AD6F-C17BBB37278F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3B09A85E-17AB-1420-72ED-A554BD90EF1C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072F1D4C-F173-C90D-A410-58F73E8B0052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2" name="Graphic 51" descr="Badge Tick with solid fill">
                    <a:extLst>
                      <a:ext uri="{FF2B5EF4-FFF2-40B4-BE49-F238E27FC236}">
                        <a16:creationId xmlns:a16="http://schemas.microsoft.com/office/drawing/2014/main" id="{7D79133B-7A8D-4552-31C8-7F7D502916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</p:grpSp>
        <p:pic>
          <p:nvPicPr>
            <p:cNvPr id="43" name="Picture 42" descr="A pencil with a pointy tip&#10;&#10;AI-generated content may be incorrect.">
              <a:extLst>
                <a:ext uri="{FF2B5EF4-FFF2-40B4-BE49-F238E27FC236}">
                  <a16:creationId xmlns:a16="http://schemas.microsoft.com/office/drawing/2014/main" id="{7383AB4E-D5B3-9CFD-06B1-349D0155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71541">
              <a:off x="2639181" y="3761949"/>
              <a:ext cx="1678685" cy="1686458"/>
            </a:xfrm>
            <a:prstGeom prst="rect">
              <a:avLst/>
            </a:prstGeom>
          </p:spPr>
        </p:pic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30AA50B-DF4A-A93F-A043-F77A3188DBD1}"/>
              </a:ext>
            </a:extLst>
          </p:cNvPr>
          <p:cNvSpPr/>
          <p:nvPr userDrawn="1"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pic>
        <p:nvPicPr>
          <p:cNvPr id="11" name="Picture 10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94E3394C-D5AA-7A90-03A8-0B8B3B8CC63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</p:spTree>
    <p:extLst>
      <p:ext uri="{BB962C8B-B14F-4D97-AF65-F5344CB8AC3E}">
        <p14:creationId xmlns:p14="http://schemas.microsoft.com/office/powerpoint/2010/main" val="3302811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Sign_Off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321CDB0F-D01B-1B68-C6EC-D7632C050F09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7768B3-E5EB-BB2C-D251-6FB145A73D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pic>
        <p:nvPicPr>
          <p:cNvPr id="6" name="Picture 5" descr="A green tablet with yellow and white screen&#10;&#10;AI-generated content may be incorrect.">
            <a:extLst>
              <a:ext uri="{FF2B5EF4-FFF2-40B4-BE49-F238E27FC236}">
                <a16:creationId xmlns:a16="http://schemas.microsoft.com/office/drawing/2014/main" id="{9296CB2B-F95E-E5E6-4A52-D64779D170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061" y="645610"/>
            <a:ext cx="7611052" cy="584849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69C63E-194F-203F-0F1B-4C282ABD3410}"/>
              </a:ext>
            </a:extLst>
          </p:cNvPr>
          <p:cNvSpPr/>
          <p:nvPr userDrawn="1"/>
        </p:nvSpPr>
        <p:spPr>
          <a:xfrm>
            <a:off x="3451363" y="1128550"/>
            <a:ext cx="6004214" cy="4237199"/>
          </a:xfrm>
          <a:prstGeom prst="roundRect">
            <a:avLst>
              <a:gd name="adj" fmla="val 258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DF4714B8-2FE7-3752-E84C-E3E6E23B3D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1363" y="2970150"/>
            <a:ext cx="5985164" cy="553998"/>
          </a:xfrm>
        </p:spPr>
        <p:txBody>
          <a:bodyPr wrap="square" anchor="ctr">
            <a:spAutoFit/>
          </a:bodyPr>
          <a:lstStyle>
            <a:lvl1pPr algn="ctr">
              <a:lnSpc>
                <a:spcPct val="90000"/>
              </a:lnSpc>
              <a:defRPr sz="4000" b="1" spc="-30" baseline="0">
                <a:solidFill>
                  <a:schemeClr val="tx1"/>
                </a:solidFill>
                <a:latin typeface="Amalia (Headings)"/>
              </a:defRPr>
            </a:lvl1pPr>
          </a:lstStyle>
          <a:p>
            <a:r>
              <a:rPr lang="en-GB"/>
              <a:t>Thank you!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CAC9D8C7-98F9-8E83-D0FD-E1A9FE3FDA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50449" y="3866725"/>
            <a:ext cx="4586992" cy="443198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>
              <a:defRPr lang="en-US" sz="3200" b="1" kern="0" cap="none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98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0DAC14D-CD93-0D20-AE8E-7948A8EF434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2788604128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415" imgH="416" progId="TCLayout.ActiveDocument.1">
                  <p:embed/>
                </p:oleObj>
              </mc:Choice>
              <mc:Fallback>
                <p:oleObj name="think-cell Slide" r:id="rId21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DAC14D-CD93-0D20-AE8E-7948A8EF43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7429" y="440048"/>
            <a:ext cx="11315701" cy="307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6563" y="2108472"/>
            <a:ext cx="11322050" cy="325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 - First level of bullet point – 14pt</a:t>
            </a:r>
          </a:p>
          <a:p>
            <a:pPr lvl="2"/>
            <a:r>
              <a:rPr lang="en-GB"/>
              <a:t>Third level - Second level of bullet point – 12pt</a:t>
            </a:r>
          </a:p>
          <a:p>
            <a:pPr lvl="3"/>
            <a:r>
              <a:rPr lang="en-GB"/>
              <a:t>Fourth level - Third level of bullet point – 10pt</a:t>
            </a:r>
          </a:p>
          <a:p>
            <a:pPr lvl="4"/>
            <a:r>
              <a:rPr lang="en-GB"/>
              <a:t>Fifth level - hyperlinks Fifth level </a:t>
            </a:r>
          </a:p>
        </p:txBody>
      </p:sp>
      <p:grpSp>
        <p:nvGrpSpPr>
          <p:cNvPr id="112" name="Group 111"/>
          <p:cNvGrpSpPr/>
          <p:nvPr/>
        </p:nvGrpSpPr>
        <p:grpSpPr>
          <a:xfrm>
            <a:off x="441060" y="-543298"/>
            <a:ext cx="11311203" cy="356341"/>
            <a:chOff x="441059" y="-543299"/>
            <a:chExt cx="11311203" cy="356341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67FE574-C472-944C-85AC-16E1F8CAA96A}"/>
                </a:ext>
              </a:extLst>
            </p:cNvPr>
            <p:cNvCxnSpPr>
              <a:cxnSpLocks/>
            </p:cNvCxnSpPr>
            <p:nvPr/>
          </p:nvCxnSpPr>
          <p:spPr>
            <a:xfrm>
              <a:off x="441059" y="-543299"/>
              <a:ext cx="0" cy="356341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F782C39-0D18-B245-BF70-C282B0A1417E}"/>
                </a:ext>
              </a:extLst>
            </p:cNvPr>
            <p:cNvCxnSpPr>
              <a:cxnSpLocks/>
            </p:cNvCxnSpPr>
            <p:nvPr/>
          </p:nvCxnSpPr>
          <p:spPr>
            <a:xfrm>
              <a:off x="2138973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A735312-2F3D-D74E-BD47-F2D0EC38193D}"/>
                </a:ext>
              </a:extLst>
            </p:cNvPr>
            <p:cNvCxnSpPr>
              <a:cxnSpLocks/>
            </p:cNvCxnSpPr>
            <p:nvPr/>
          </p:nvCxnSpPr>
          <p:spPr>
            <a:xfrm>
              <a:off x="2283267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4412662-E083-6247-AD63-E3E205B5C451}"/>
                </a:ext>
              </a:extLst>
            </p:cNvPr>
            <p:cNvCxnSpPr>
              <a:cxnSpLocks/>
            </p:cNvCxnSpPr>
            <p:nvPr/>
          </p:nvCxnSpPr>
          <p:spPr>
            <a:xfrm>
              <a:off x="4071938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1D7E54F-EC9E-F047-80D5-1494B1F7DDE3}"/>
                </a:ext>
              </a:extLst>
            </p:cNvPr>
            <p:cNvCxnSpPr>
              <a:cxnSpLocks/>
            </p:cNvCxnSpPr>
            <p:nvPr/>
          </p:nvCxnSpPr>
          <p:spPr>
            <a:xfrm>
              <a:off x="4297363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8224BF4-720A-E842-B806-0D733B149B42}"/>
                </a:ext>
              </a:extLst>
            </p:cNvPr>
            <p:cNvCxnSpPr>
              <a:cxnSpLocks/>
            </p:cNvCxnSpPr>
            <p:nvPr/>
          </p:nvCxnSpPr>
          <p:spPr>
            <a:xfrm>
              <a:off x="5995988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F57B71B-7262-C943-8F0E-926200A1BB06}"/>
                </a:ext>
              </a:extLst>
            </p:cNvPr>
            <p:cNvCxnSpPr>
              <a:cxnSpLocks/>
            </p:cNvCxnSpPr>
            <p:nvPr/>
          </p:nvCxnSpPr>
          <p:spPr>
            <a:xfrm>
              <a:off x="6199188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4CAC6C4-8DFB-2740-97F7-90FF0FCEA425}"/>
                </a:ext>
              </a:extLst>
            </p:cNvPr>
            <p:cNvCxnSpPr>
              <a:cxnSpLocks/>
            </p:cNvCxnSpPr>
            <p:nvPr/>
          </p:nvCxnSpPr>
          <p:spPr>
            <a:xfrm>
              <a:off x="7988300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C789A6A-CFFC-9242-ABA8-9EEF1F7FF32F}"/>
                </a:ext>
              </a:extLst>
            </p:cNvPr>
            <p:cNvCxnSpPr>
              <a:cxnSpLocks/>
            </p:cNvCxnSpPr>
            <p:nvPr/>
          </p:nvCxnSpPr>
          <p:spPr>
            <a:xfrm>
              <a:off x="8185150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6F9C895-C70D-684C-BE55-F2F63606D6DF}"/>
                </a:ext>
              </a:extLst>
            </p:cNvPr>
            <p:cNvCxnSpPr>
              <a:cxnSpLocks/>
            </p:cNvCxnSpPr>
            <p:nvPr/>
          </p:nvCxnSpPr>
          <p:spPr>
            <a:xfrm>
              <a:off x="9918275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5CF3D0A-4D9E-7645-BAD2-235D94D6248D}"/>
                </a:ext>
              </a:extLst>
            </p:cNvPr>
            <p:cNvCxnSpPr>
              <a:cxnSpLocks/>
            </p:cNvCxnSpPr>
            <p:nvPr/>
          </p:nvCxnSpPr>
          <p:spPr>
            <a:xfrm>
              <a:off x="10062569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59C4FB6-F336-8D4E-A9F8-6C92DC15E269}"/>
                </a:ext>
              </a:extLst>
            </p:cNvPr>
            <p:cNvCxnSpPr>
              <a:cxnSpLocks/>
            </p:cNvCxnSpPr>
            <p:nvPr/>
          </p:nvCxnSpPr>
          <p:spPr>
            <a:xfrm>
              <a:off x="11752262" y="-543299"/>
              <a:ext cx="0" cy="356341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DA5BD5D-C36F-B84B-AF5A-E637C8AF11F9}"/>
                </a:ext>
              </a:extLst>
            </p:cNvPr>
            <p:cNvCxnSpPr>
              <a:cxnSpLocks/>
            </p:cNvCxnSpPr>
            <p:nvPr/>
          </p:nvCxnSpPr>
          <p:spPr>
            <a:xfrm>
              <a:off x="6098381" y="-543299"/>
              <a:ext cx="0" cy="356341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oup 114"/>
          <p:cNvGrpSpPr/>
          <p:nvPr/>
        </p:nvGrpSpPr>
        <p:grpSpPr>
          <a:xfrm>
            <a:off x="441060" y="7039658"/>
            <a:ext cx="11311203" cy="356341"/>
            <a:chOff x="441059" y="7039657"/>
            <a:chExt cx="11311203" cy="356341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1AE2D35-DB98-4C40-BAD2-670315C3F821}"/>
                </a:ext>
              </a:extLst>
            </p:cNvPr>
            <p:cNvCxnSpPr>
              <a:cxnSpLocks/>
            </p:cNvCxnSpPr>
            <p:nvPr/>
          </p:nvCxnSpPr>
          <p:spPr>
            <a:xfrm>
              <a:off x="441059" y="7039657"/>
              <a:ext cx="0" cy="356341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D7F2538-274A-9842-95A0-73C36996A151}"/>
                </a:ext>
              </a:extLst>
            </p:cNvPr>
            <p:cNvCxnSpPr>
              <a:cxnSpLocks/>
            </p:cNvCxnSpPr>
            <p:nvPr/>
          </p:nvCxnSpPr>
          <p:spPr>
            <a:xfrm>
              <a:off x="2138973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0E42852-FA1F-B04C-9371-8E93272E2453}"/>
                </a:ext>
              </a:extLst>
            </p:cNvPr>
            <p:cNvCxnSpPr>
              <a:cxnSpLocks/>
            </p:cNvCxnSpPr>
            <p:nvPr/>
          </p:nvCxnSpPr>
          <p:spPr>
            <a:xfrm>
              <a:off x="2283267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5756C35-AD97-A447-9FC0-F0FA4FA7EC2F}"/>
                </a:ext>
              </a:extLst>
            </p:cNvPr>
            <p:cNvCxnSpPr>
              <a:cxnSpLocks/>
            </p:cNvCxnSpPr>
            <p:nvPr/>
          </p:nvCxnSpPr>
          <p:spPr>
            <a:xfrm>
              <a:off x="4071938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8223EF5-4818-B642-9A60-D1E9F13A8FD8}"/>
                </a:ext>
              </a:extLst>
            </p:cNvPr>
            <p:cNvCxnSpPr>
              <a:cxnSpLocks/>
            </p:cNvCxnSpPr>
            <p:nvPr/>
          </p:nvCxnSpPr>
          <p:spPr>
            <a:xfrm>
              <a:off x="4297363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8B21F70-6ECA-9449-A970-BBEDE88C0072}"/>
                </a:ext>
              </a:extLst>
            </p:cNvPr>
            <p:cNvCxnSpPr>
              <a:cxnSpLocks/>
            </p:cNvCxnSpPr>
            <p:nvPr/>
          </p:nvCxnSpPr>
          <p:spPr>
            <a:xfrm>
              <a:off x="5995988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9C30193-7F02-F445-8AE2-CA517F7CDD06}"/>
                </a:ext>
              </a:extLst>
            </p:cNvPr>
            <p:cNvCxnSpPr>
              <a:cxnSpLocks/>
            </p:cNvCxnSpPr>
            <p:nvPr/>
          </p:nvCxnSpPr>
          <p:spPr>
            <a:xfrm>
              <a:off x="6199188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8844B5B-0AA8-6D4D-9E46-AA378D9DE7B3}"/>
                </a:ext>
              </a:extLst>
            </p:cNvPr>
            <p:cNvCxnSpPr>
              <a:cxnSpLocks/>
            </p:cNvCxnSpPr>
            <p:nvPr/>
          </p:nvCxnSpPr>
          <p:spPr>
            <a:xfrm>
              <a:off x="7977592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85DAB4E-4C9B-2C46-9AC1-D2C31C390546}"/>
                </a:ext>
              </a:extLst>
            </p:cNvPr>
            <p:cNvCxnSpPr>
              <a:cxnSpLocks/>
            </p:cNvCxnSpPr>
            <p:nvPr/>
          </p:nvCxnSpPr>
          <p:spPr>
            <a:xfrm>
              <a:off x="8185150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5450B0D-FE75-DB46-ACD6-992428ACC1CA}"/>
                </a:ext>
              </a:extLst>
            </p:cNvPr>
            <p:cNvCxnSpPr>
              <a:cxnSpLocks/>
            </p:cNvCxnSpPr>
            <p:nvPr/>
          </p:nvCxnSpPr>
          <p:spPr>
            <a:xfrm>
              <a:off x="9918275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CC32F0D-1C5F-2E48-A45C-8250B0BD2A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62569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CC3CC1E-4EF3-D64A-AF8C-3006FAF4E55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2262" y="7039657"/>
              <a:ext cx="0" cy="356341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1DCB8A8-F42F-C54E-9B1C-4AF120BB070C}"/>
                </a:ext>
              </a:extLst>
            </p:cNvPr>
            <p:cNvCxnSpPr>
              <a:cxnSpLocks/>
            </p:cNvCxnSpPr>
            <p:nvPr/>
          </p:nvCxnSpPr>
          <p:spPr>
            <a:xfrm>
              <a:off x="6102150" y="7039657"/>
              <a:ext cx="0" cy="356341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Group 112"/>
          <p:cNvGrpSpPr/>
          <p:nvPr/>
        </p:nvGrpSpPr>
        <p:grpSpPr>
          <a:xfrm>
            <a:off x="-543749" y="456372"/>
            <a:ext cx="363498" cy="5872728"/>
            <a:chOff x="-543750" y="456372"/>
            <a:chExt cx="363498" cy="587272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97DB925-E068-B045-8E44-D5DE3798F6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540755" y="6329100"/>
              <a:ext cx="360503" cy="0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74D9A4-0BA8-C848-8BED-29B4392798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540755" y="3430130"/>
              <a:ext cx="360503" cy="0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6B21299-A197-964A-A5F0-8365B33BB0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540755" y="456372"/>
              <a:ext cx="360503" cy="0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41FFB26-7469-4843-89A4-1A9D7F3D68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43750" y="2108471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7F69AA-9375-2649-8B31-D47A2DC52D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43750" y="1345690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833C03-B7AE-9F4B-BAB4-65062ACA30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43750" y="5372066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BCAA520-1BFE-314A-9F42-E25402CEA8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43750" y="5372066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/>
        </p:nvGrpSpPr>
        <p:grpSpPr>
          <a:xfrm>
            <a:off x="12377809" y="456372"/>
            <a:ext cx="363498" cy="5872728"/>
            <a:chOff x="12377808" y="456372"/>
            <a:chExt cx="363498" cy="587272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531F7EB-FA81-1F45-88A3-D55ED1154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80803" y="6329100"/>
              <a:ext cx="360503" cy="0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F804969-F8D9-6640-8DB2-088B8BC2B8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80803" y="3430130"/>
              <a:ext cx="360503" cy="0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A80D99E-0F5E-8A41-AD4A-4232D229E5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80803" y="456372"/>
              <a:ext cx="360503" cy="0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F08334E-1AC5-D745-88BE-802F0DADA8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77808" y="2108471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CB356B9-CC85-EC4C-AB51-D3E726783B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77808" y="1345690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B6987DB-BB68-5542-B82F-8FF3190CB4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77808" y="5372066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0" name="Picture 2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76163" y="4621909"/>
            <a:ext cx="1916715" cy="579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1" name="TextBox 110"/>
          <p:cNvSpPr txBox="1"/>
          <p:nvPr/>
        </p:nvSpPr>
        <p:spPr>
          <a:xfrm>
            <a:off x="-1980727" y="5221651"/>
            <a:ext cx="1916715" cy="1015663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000" b="1">
                <a:solidFill>
                  <a:srgbClr val="D22630"/>
                </a:solidFill>
                <a:latin typeface="+mn-lt"/>
              </a:rPr>
              <a:t>Note</a:t>
            </a:r>
            <a:r>
              <a:rPr lang="en-GB" sz="1000">
                <a:solidFill>
                  <a:srgbClr val="D22630"/>
                </a:solidFill>
                <a:latin typeface="+mn-lt"/>
              </a:rPr>
              <a:t>: </a:t>
            </a:r>
            <a:r>
              <a:rPr lang="en-GB" sz="1000">
                <a:latin typeface="+mn-lt"/>
              </a:rPr>
              <a:t>To change text styles, place text cursor in text and choose to promote or demote level with one of</a:t>
            </a:r>
            <a:br>
              <a:rPr lang="en-GB" sz="1000">
                <a:latin typeface="+mn-lt"/>
              </a:rPr>
            </a:br>
            <a:r>
              <a:rPr lang="en-GB" sz="1000">
                <a:latin typeface="+mn-lt"/>
              </a:rPr>
              <a:t>the indicated buttons.</a:t>
            </a:r>
          </a:p>
          <a:p>
            <a:r>
              <a:rPr lang="en-GB" sz="1000">
                <a:latin typeface="+mn-lt"/>
              </a:rPr>
              <a:t>(located on the HOME tab)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01E1A2-3722-73A5-E35B-3458FDF27AC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982010" y="6707153"/>
            <a:ext cx="1241748" cy="15243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Classification: GENERAL</a:t>
            </a:r>
          </a:p>
        </p:txBody>
      </p:sp>
    </p:spTree>
    <p:extLst>
      <p:ext uri="{BB962C8B-B14F-4D97-AF65-F5344CB8AC3E}">
        <p14:creationId xmlns:p14="http://schemas.microsoft.com/office/powerpoint/2010/main" val="2645108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  <p:sldLayoutId id="2147483884" r:id="rId13"/>
    <p:sldLayoutId id="2147483885" r:id="rId14"/>
    <p:sldLayoutId id="2147483886" r:id="rId15"/>
    <p:sldLayoutId id="2147483887" r:id="rId16"/>
    <p:sldLayoutId id="2147483890" r:id="rId17"/>
    <p:sldLayoutId id="2147483889" r:id="rId18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 cap="none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5pPr>
      <a:lvl6pPr marL="544334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6pPr>
      <a:lvl7pPr marL="1088667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7pPr>
      <a:lvl8pPr marL="1633001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8pPr>
      <a:lvl9pPr marL="2177334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9pPr>
    </p:titleStyle>
    <p:bodyStyle>
      <a:lvl1pPr algn="l" rtl="0" eaLnBrk="1" fontAlgn="base" hangingPunct="1">
        <a:lnSpc>
          <a:spcPct val="125000"/>
        </a:lnSpc>
        <a:spcBef>
          <a:spcPts val="0"/>
        </a:spcBef>
        <a:spcAft>
          <a:spcPts val="1400"/>
        </a:spcAft>
        <a:defRPr sz="1400" b="0">
          <a:solidFill>
            <a:schemeClr val="tx2"/>
          </a:solidFill>
          <a:latin typeface="+mn-lt"/>
          <a:ea typeface="+mn-ea"/>
          <a:cs typeface="+mn-cs"/>
        </a:defRPr>
      </a:lvl1pPr>
      <a:lvl2pPr marL="179982" indent="-179982" algn="l" rtl="0" eaLnBrk="1" fontAlgn="base" hangingPunct="1">
        <a:lnSpc>
          <a:spcPct val="125000"/>
        </a:lnSpc>
        <a:spcBef>
          <a:spcPts val="700"/>
        </a:spcBef>
        <a:spcAft>
          <a:spcPct val="0"/>
        </a:spcAft>
        <a:buClr>
          <a:schemeClr val="accent2"/>
        </a:buClr>
        <a:buFontTx/>
        <a:buBlip>
          <a:blip r:embed="rId24"/>
        </a:buBlip>
        <a:defRPr sz="1400" b="0">
          <a:solidFill>
            <a:schemeClr val="tx2"/>
          </a:solidFill>
          <a:latin typeface="+mn-lt"/>
        </a:defRPr>
      </a:lvl2pPr>
      <a:lvl3pPr marL="360327" indent="-173021" algn="l" rtl="0" eaLnBrk="1" fontAlgn="base" hangingPunct="1">
        <a:lnSpc>
          <a:spcPct val="125000"/>
        </a:lnSpc>
        <a:spcBef>
          <a:spcPts val="200"/>
        </a:spcBef>
        <a:spcAft>
          <a:spcPct val="0"/>
        </a:spcAft>
        <a:buClrTx/>
        <a:buFont typeface="Amalia" pitchFamily="34" charset="0"/>
        <a:buChar char="•"/>
        <a:tabLst/>
        <a:defRPr sz="1200">
          <a:solidFill>
            <a:schemeClr val="tx2"/>
          </a:solidFill>
          <a:latin typeface="+mn-lt"/>
        </a:defRPr>
      </a:lvl3pPr>
      <a:lvl4pPr marL="532747" indent="-179370" algn="l" rtl="0" eaLnBrk="1" fontAlgn="base" hangingPunct="1">
        <a:lnSpc>
          <a:spcPct val="125000"/>
        </a:lnSpc>
        <a:spcBef>
          <a:spcPts val="540"/>
        </a:spcBef>
        <a:spcAft>
          <a:spcPct val="0"/>
        </a:spcAft>
        <a:buClrTx/>
        <a:buFont typeface="Nokia Pure Headline Light" pitchFamily="34" charset="0"/>
        <a:buChar char="–"/>
        <a:tabLst/>
        <a:defRPr sz="1000">
          <a:solidFill>
            <a:schemeClr val="tx2"/>
          </a:solidFill>
          <a:latin typeface="+mn-lt"/>
        </a:defRPr>
      </a:lvl4pPr>
      <a:lvl5pPr marL="0" indent="0" algn="l" rtl="0" eaLnBrk="1" fontAlgn="base" hangingPunct="1">
        <a:lnSpc>
          <a:spcPct val="125000"/>
        </a:lnSpc>
        <a:spcBef>
          <a:spcPts val="1999"/>
        </a:spcBef>
        <a:spcAft>
          <a:spcPct val="0"/>
        </a:spcAft>
        <a:buFont typeface="Calibri" panose="020F0502020204030204" pitchFamily="34" charset="0"/>
        <a:buNone/>
        <a:tabLst/>
        <a:defRPr sz="1200" b="0" u="sng" baseline="0">
          <a:solidFill>
            <a:srgbClr val="64C5C9"/>
          </a:solidFill>
          <a:latin typeface="+mn-lt"/>
        </a:defRPr>
      </a:lvl5pPr>
      <a:lvl6pPr marL="0" indent="0" algn="l" rtl="0" eaLnBrk="1" fontAlgn="base" hangingPunct="1">
        <a:spcBef>
          <a:spcPts val="2858"/>
        </a:spcBef>
        <a:spcAft>
          <a:spcPct val="0"/>
        </a:spcAft>
        <a:buFont typeface="Arial" charset="0"/>
        <a:buNone/>
        <a:defRPr sz="1400">
          <a:solidFill>
            <a:srgbClr val="FF0000"/>
          </a:solidFill>
          <a:latin typeface="+mn-lt"/>
        </a:defRPr>
      </a:lvl6pPr>
      <a:lvl7pPr marL="2687647" indent="-12474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300">
          <a:solidFill>
            <a:schemeClr val="tx1"/>
          </a:solidFill>
          <a:latin typeface="+mn-lt"/>
        </a:defRPr>
      </a:lvl7pPr>
      <a:lvl8pPr marL="3231980" indent="-12474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300">
          <a:solidFill>
            <a:schemeClr val="tx1"/>
          </a:solidFill>
          <a:latin typeface="+mn-lt"/>
        </a:defRPr>
      </a:lvl8pPr>
      <a:lvl9pPr marL="3776314" indent="-12474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44334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2pPr>
      <a:lvl3pPr marL="1088667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3pPr>
      <a:lvl4pPr marL="1633001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4pPr>
      <a:lvl5pPr marL="2177334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5pPr>
      <a:lvl6pPr marL="2721667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6pPr>
      <a:lvl7pPr marL="3266001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7pPr>
      <a:lvl8pPr marL="3810335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8pPr>
      <a:lvl9pPr marL="4354668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D3343B-2680-AA1B-18D3-8C3A07F7A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Raiffeisen Bank International</a:t>
            </a:r>
            <a:br>
              <a:rPr lang="en-US" dirty="0"/>
            </a:br>
            <a:r>
              <a:rPr lang="en-US" dirty="0"/>
              <a:t>Innovation School 2026</a:t>
            </a:r>
            <a:endParaRPr lang="de-A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636BEA-CFA7-7025-87E6-5390F14289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cs typeface="Segoe UI"/>
              </a:rPr>
              <a:t>Slide Master for Key Takeaway Presentation</a:t>
            </a:r>
          </a:p>
        </p:txBody>
      </p:sp>
    </p:spTree>
    <p:extLst>
      <p:ext uri="{BB962C8B-B14F-4D97-AF65-F5344CB8AC3E}">
        <p14:creationId xmlns:p14="http://schemas.microsoft.com/office/powerpoint/2010/main" val="29166876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heme1">
  <a:themeElements>
    <a:clrScheme name="RBI Theme">
      <a:dk1>
        <a:srgbClr val="000000"/>
      </a:dk1>
      <a:lt1>
        <a:srgbClr val="FFFFFF"/>
      </a:lt1>
      <a:dk2>
        <a:srgbClr val="2B2D34"/>
      </a:dk2>
      <a:lt2>
        <a:srgbClr val="F1EDE6"/>
      </a:lt2>
      <a:accent1>
        <a:srgbClr val="FEE600"/>
      </a:accent1>
      <a:accent2>
        <a:srgbClr val="FFD403"/>
      </a:accent2>
      <a:accent3>
        <a:srgbClr val="F9BB30"/>
      </a:accent3>
      <a:accent4>
        <a:srgbClr val="67D0AB"/>
      </a:accent4>
      <a:accent5>
        <a:srgbClr val="FF8B6B"/>
      </a:accent5>
      <a:accent6>
        <a:srgbClr val="6A4CAD"/>
      </a:accent6>
      <a:hlink>
        <a:srgbClr val="64C5C9"/>
      </a:hlink>
      <a:folHlink>
        <a:srgbClr val="2B2D34"/>
      </a:folHlink>
    </a:clrScheme>
    <a:fontScheme name="RBI">
      <a:majorFont>
        <a:latin typeface="Amalia"/>
        <a:ea typeface=""/>
        <a:cs typeface=""/>
      </a:majorFont>
      <a:minorFont>
        <a:latin typeface="Amal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1400" dirty="0">
            <a:latin typeface="+mn-lt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F07600"/>
        </a:dk2>
        <a:lt2>
          <a:srgbClr val="636B70"/>
        </a:lt2>
        <a:accent1>
          <a:srgbClr val="ADADAD"/>
        </a:accent1>
        <a:accent2>
          <a:srgbClr val="9C3024"/>
        </a:accent2>
        <a:accent3>
          <a:srgbClr val="FFFFFF"/>
        </a:accent3>
        <a:accent4>
          <a:srgbClr val="000000"/>
        </a:accent4>
        <a:accent5>
          <a:srgbClr val="D3D3D3"/>
        </a:accent5>
        <a:accent6>
          <a:srgbClr val="8D2A20"/>
        </a:accent6>
        <a:hlink>
          <a:srgbClr val="0066CB"/>
        </a:hlink>
        <a:folHlink>
          <a:srgbClr val="99CD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ay 3_MASTER.pptx" id="{B176CFB7-DAEB-414D-B43B-4D5E4CE78D96}" vid="{7557D293-AFAB-4EED-A654-69ABF824752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6795C41407194FA20F278E082155FA" ma:contentTypeVersion="9" ma:contentTypeDescription="Create a new document." ma:contentTypeScope="" ma:versionID="c1a31acee2d43cebeb678e6d83962a86">
  <xsd:schema xmlns:xsd="http://www.w3.org/2001/XMLSchema" xmlns:xs="http://www.w3.org/2001/XMLSchema" xmlns:p="http://schemas.microsoft.com/office/2006/metadata/properties" xmlns:ns2="2941fef0-48bc-42f8-a485-440953e7c7a5" xmlns:ns3="5a57e7c7-72d4-4c27-8488-f9db0dfa5e51" targetNamespace="http://schemas.microsoft.com/office/2006/metadata/properties" ma:root="true" ma:fieldsID="6a75463789feefd879abbe6955fadf37" ns2:_="" ns3:_="">
    <xsd:import namespace="2941fef0-48bc-42f8-a485-440953e7c7a5"/>
    <xsd:import namespace="5a57e7c7-72d4-4c27-8488-f9db0dfa5e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41fef0-48bc-42f8-a485-440953e7c7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b8c0c90-bcfb-49ef-b405-3eb3828e47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57e7c7-72d4-4c27-8488-f9db0dfa5e5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132b095-408d-4311-84ef-15502f84ff91}" ma:internalName="TaxCatchAll" ma:showField="CatchAllData" ma:web="5a57e7c7-72d4-4c27-8488-f9db0dfa5e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41fef0-48bc-42f8-a485-440953e7c7a5">
      <Terms xmlns="http://schemas.microsoft.com/office/infopath/2007/PartnerControls"/>
    </lcf76f155ced4ddcb4097134ff3c332f>
    <TaxCatchAll xmlns="5a57e7c7-72d4-4c27-8488-f9db0dfa5e51" xsi:nil="true"/>
  </documentManagement>
</p:properties>
</file>

<file path=customXml/itemProps1.xml><?xml version="1.0" encoding="utf-8"?>
<ds:datastoreItem xmlns:ds="http://schemas.openxmlformats.org/officeDocument/2006/customXml" ds:itemID="{767AE949-B04F-41B4-80D8-9B77214B94B4}"/>
</file>

<file path=customXml/itemProps2.xml><?xml version="1.0" encoding="utf-8"?>
<ds:datastoreItem xmlns:ds="http://schemas.openxmlformats.org/officeDocument/2006/customXml" ds:itemID="{3B01E651-F266-49E1-B322-3AD4EE652D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DD6946-41FF-4B44-B343-6C58CA5D845F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5944731-EEDD-48B9-90B0-799F1B7C8BE8}">
  <ds:schemaRefs>
    <ds:schemaRef ds:uri="http://schemas.microsoft.com/office/infopath/2007/PartnerControls"/>
    <ds:schemaRef ds:uri="http://purl.org/dc/terms/"/>
    <ds:schemaRef ds:uri="942e4397-ecf9-49e8-a400-c1f8e789d64a"/>
    <ds:schemaRef ds:uri="http://schemas.microsoft.com/office/2006/documentManagement/types"/>
    <ds:schemaRef ds:uri="41f03c5b-4a3f-4938-8ef1-441be3d176ac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</Words>
  <Application>Microsoft Office PowerPoint</Application>
  <PresentationFormat>Custom</PresentationFormat>
  <Paragraphs>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Amalia</vt:lpstr>
      <vt:lpstr>Amalia (Headings)</vt:lpstr>
      <vt:lpstr>Arial</vt:lpstr>
      <vt:lpstr>Calibri</vt:lpstr>
      <vt:lpstr>Nokia Pure Headline Light</vt:lpstr>
      <vt:lpstr>Segoe UI</vt:lpstr>
      <vt:lpstr>1_Theme1</vt:lpstr>
      <vt:lpstr>think-cell Slide</vt:lpstr>
      <vt:lpstr>Raiffeisen Bank International Innovation School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Raiffeisen Bank PowerPoint Template</dc:title>
  <dc:creator>Nidhi MEHTA</dc:creator>
  <cp:lastModifiedBy>Lili HORVATH</cp:lastModifiedBy>
  <cp:revision>8</cp:revision>
  <cp:lastPrinted>2025-10-16T06:21:02Z</cp:lastPrinted>
  <dcterms:created xsi:type="dcterms:W3CDTF">2023-03-09T09:38:50Z</dcterms:created>
  <dcterms:modified xsi:type="dcterms:W3CDTF">2026-10-19T12:31:59Z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f7f2da-30d3-430a-a9a4-8103a74342a8_Enabled">
    <vt:lpwstr>true</vt:lpwstr>
  </property>
  <property fmtid="{D5CDD505-2E9C-101B-9397-08002B2CF9AE}" pid="3" name="MSIP_Label_cef7f2da-30d3-430a-a9a4-8103a74342a8_SetDate">
    <vt:lpwstr>2023-03-09T10:14:34Z</vt:lpwstr>
  </property>
  <property fmtid="{D5CDD505-2E9C-101B-9397-08002B2CF9AE}" pid="4" name="MSIP_Label_cef7f2da-30d3-430a-a9a4-8103a74342a8_Method">
    <vt:lpwstr>Privileged</vt:lpwstr>
  </property>
  <property fmtid="{D5CDD505-2E9C-101B-9397-08002B2CF9AE}" pid="5" name="MSIP_Label_cef7f2da-30d3-430a-a9a4-8103a74342a8_Name">
    <vt:lpwstr>Public</vt:lpwstr>
  </property>
  <property fmtid="{D5CDD505-2E9C-101B-9397-08002B2CF9AE}" pid="6" name="MSIP_Label_cef7f2da-30d3-430a-a9a4-8103a74342a8_SiteId">
    <vt:lpwstr>9b511fda-f0b1-43a5-b06e-1e720f64520a</vt:lpwstr>
  </property>
  <property fmtid="{D5CDD505-2E9C-101B-9397-08002B2CF9AE}" pid="7" name="MSIP_Label_cef7f2da-30d3-430a-a9a4-8103a74342a8_ActionId">
    <vt:lpwstr>df82b606-4652-4ca8-989a-b6a80a7cd084</vt:lpwstr>
  </property>
  <property fmtid="{D5CDD505-2E9C-101B-9397-08002B2CF9AE}" pid="8" name="MSIP_Label_cef7f2da-30d3-430a-a9a4-8103a74342a8_ContentBits">
    <vt:lpwstr>0</vt:lpwstr>
  </property>
  <property fmtid="{D5CDD505-2E9C-101B-9397-08002B2CF9AE}" pid="9" name="MediaServiceImageTags">
    <vt:lpwstr/>
  </property>
  <property fmtid="{D5CDD505-2E9C-101B-9397-08002B2CF9AE}" pid="10" name="Lastversion">
    <vt:bool>true</vt:bool>
  </property>
  <property fmtid="{D5CDD505-2E9C-101B-9397-08002B2CF9AE}" pid="11" name="ContentTypeId">
    <vt:lpwstr>0x010100CE6795C41407194FA20F278E082155FA</vt:lpwstr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xd_Signature">
    <vt:lpwstr/>
  </property>
</Properties>
</file>