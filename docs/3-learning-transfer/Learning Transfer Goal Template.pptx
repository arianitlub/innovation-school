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3" r:id="rId5"/>
  </p:sldMasterIdLst>
  <p:notesMasterIdLst>
    <p:notesMasterId r:id="rId7"/>
  </p:notesMasterIdLst>
  <p:handoutMasterIdLst>
    <p:handoutMasterId r:id="rId8"/>
  </p:handoutMasterIdLst>
  <p:sldIdLst>
    <p:sldId id="2147482116" r:id="rId6"/>
  </p:sldIdLst>
  <p:sldSz cx="12195175" cy="6859588"/>
  <p:notesSz cx="6797675" cy="9926638"/>
  <p:custDataLst>
    <p:tags r:id="rId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5443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0887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63316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1775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721940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266328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810716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355104" algn="l" defTabSz="108877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arnin Transfer Goal" id="{31B9D108-BF5F-427C-99A2-A64B26D01262}">
          <p14:sldIdLst>
            <p14:sldId id="214748211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88" userDrawn="1">
          <p15:clr>
            <a:srgbClr val="A4A3A4"/>
          </p15:clr>
        </p15:guide>
        <p15:guide id="3" orient="horz" pos="1328">
          <p15:clr>
            <a:srgbClr val="A4A3A4"/>
          </p15:clr>
        </p15:guide>
        <p15:guide id="4" orient="horz" pos="279">
          <p15:clr>
            <a:srgbClr val="A4A3A4"/>
          </p15:clr>
        </p15:guide>
        <p15:guide id="5" orient="horz" pos="3453" userDrawn="1">
          <p15:clr>
            <a:srgbClr val="A4A3A4"/>
          </p15:clr>
        </p15:guide>
        <p15:guide id="6" orient="horz" pos="857">
          <p15:clr>
            <a:srgbClr val="A4A3A4"/>
          </p15:clr>
        </p15:guide>
        <p15:guide id="7" orient="horz" pos="3408" userDrawn="1">
          <p15:clr>
            <a:srgbClr val="A4A3A4"/>
          </p15:clr>
        </p15:guide>
        <p15:guide id="8" pos="3841">
          <p15:clr>
            <a:srgbClr val="A4A3A4"/>
          </p15:clr>
        </p15:guide>
        <p15:guide id="9" pos="303" userDrawn="1">
          <p15:clr>
            <a:srgbClr val="A4A3A4"/>
          </p15:clr>
        </p15:guide>
        <p15:guide id="10" pos="3786">
          <p15:clr>
            <a:srgbClr val="A4A3A4"/>
          </p15:clr>
        </p15:guide>
        <p15:guide id="11" pos="3905">
          <p15:clr>
            <a:srgbClr val="A4A3A4"/>
          </p15:clr>
        </p15:guide>
        <p15:guide id="12" pos="7538" userDrawn="1">
          <p15:clr>
            <a:srgbClr val="A4A3A4"/>
          </p15:clr>
        </p15:guide>
        <p15:guide id="13" pos="1346" userDrawn="1">
          <p15:clr>
            <a:srgbClr val="A4A3A4"/>
          </p15:clr>
        </p15:guide>
        <p15:guide id="14" pos="1442">
          <p15:clr>
            <a:srgbClr val="A4A3A4"/>
          </p15:clr>
        </p15:guide>
        <p15:guide id="15" pos="2571" userDrawn="1">
          <p15:clr>
            <a:srgbClr val="A4A3A4"/>
          </p15:clr>
        </p15:guide>
        <p15:guide id="16" pos="2730" userDrawn="1">
          <p15:clr>
            <a:srgbClr val="A4A3A4"/>
          </p15:clr>
        </p15:guide>
        <p15:guide id="17" pos="5032">
          <p15:clr>
            <a:srgbClr val="A4A3A4"/>
          </p15:clr>
        </p15:guide>
        <p15:guide id="18" pos="5156">
          <p15:clr>
            <a:srgbClr val="A4A3A4"/>
          </p15:clr>
        </p15:guide>
        <p15:guide id="19" pos="6245" userDrawn="1">
          <p15:clr>
            <a:srgbClr val="A4A3A4"/>
          </p15:clr>
        </p15:guide>
        <p15:guide id="20" pos="6336" userDrawn="1">
          <p15:clr>
            <a:srgbClr val="A4A3A4"/>
          </p15:clr>
        </p15:guide>
        <p15:guide id="21" pos="2793">
          <p15:clr>
            <a:srgbClr val="A4A3A4"/>
          </p15:clr>
        </p15:guide>
        <p15:guide id="22" pos="610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6B801D-5990-1978-2002-D701D6E4405E}" name="Lorisa Vojka" initials="LV" userId="S::lorisa.vojka@raiffeisen.al::4a61c892-f295-4d77-b6f7-8eb2d303753d" providerId="AD"/>
  <p188:author id="{86F6C829-2631-2BEE-F767-3964E58B944A}" name="Franziska Hecht (RBI Guest)" initials="FH(G" userId="S::franziska.hecht@theventury.com::507c26bc-e5e2-4237-a727-9f89dd35deee" providerId="AD"/>
  <p188:author id="{9374272A-59DD-0D81-ED96-9EAD1B57C6EF}" name="Nada JEVTIC" initials="NJ" userId="S::nada.jevtic@rbinternational.com::55f7553b-9de4-4ef6-8706-8d409c0525c9" providerId="AD"/>
  <p188:author id="{14A6E541-E5F6-3600-BFE4-FEFED312AF4D}" name="christophluetz@icloud.com" initials="c" userId="S::christophluetz@icloud.com::c625e1eb-5c79-bc8c-4345-53507a240e0a.f8cdef31-a31e-4b4a-93e4-5f571e91255a.f8cdef31-a31e-4b4a-93e4-5f571e91255a" providerId="AD"/>
  <p188:author id="{D0C4FD45-C611-4C60-4EEB-3BB22DCFE8E8}" name="Sarah STRAUB" initials="SS" userId="S::sarah.straub@rbinternational.com::bc2f94ed-e1ee-4ed6-ad75-2d268c338354" providerId="AD"/>
  <p188:author id="{2A94495C-9880-76D5-E536-C79472432D5B}" name="Catalina ARATEANU" initials="CMAP" userId="Catalina ARATEANU" providerId="None"/>
  <p188:author id="{E352F960-50BF-F4B8-3559-BB5384908A7F}" name="Elma IBRAHIMOVIC" initials="EI" userId="S::elma.ibrahimovic@rbinternational.com::28a40b44-d304-4e28-a4db-1772ee7a38a7" providerId="AD"/>
  <p188:author id="{B1BED968-86FB-9D06-D446-9BA03FA103C1}" name="Julia SZILAGYI" initials="JS" userId="S::julia.szilagyi@rbinternational.com::dc217637-5c47-45f0-9ae6-5e374ec71de1" providerId="AD"/>
  <p188:author id="{71980990-FCE1-8D48-ABD2-C1914FD42916}" name="Lisa KUTTNER" initials="LK" userId="S::lisa.kuttner@rbinternational.com::ae76df06-88b7-4921-93f7-8e1ba8f70dec" providerId="AD"/>
  <p188:author id="{5F28F390-DA9C-A6C1-660E-E2DD0EAAE1D5}" name="Artemida ALLTARI" initials="AA" userId="S::Artemida.ALLTARI@raiffeisen.al::7905eda1-c361-426a-b1f3-9d7b23e04427" providerId="AD"/>
  <p188:author id="{47EE6B96-F81F-4CD5-3F17-941771E89208}" name="Lara PROKOP" initials="LP" userId="S::lara.prokop@rbinternational.com::16097e2c-7042-4b57-bd55-23cc17170130" providerId="AD"/>
  <p188:author id="{E88B98A4-28F0-691D-0135-060F68057395}" name="Christoph BROGGIATO" initials="CB" userId="S::christoph.broggiato-external@rbinternational.com::41f25970-06fb-47f3-ac69-c3fb7325148c" providerId="AD"/>
  <p188:author id="{642860AD-135D-E2A4-E7F9-85931203ADDA}" name="Christine SCHÄTTIN" initials="CS" userId="S::christine.schaettin@rbinternational.com::7ebc77c1-64d5-4bd1-a4aa-e3c421dd1461" providerId="AD"/>
  <p188:author id="{075D83AD-1A9D-8EAA-574A-6D498506A870}" name="Jannik BÖCKENHOLT" initials="JB" userId="S::jannik.boeckenholt@rbinternational.com::81580c29-53d2-4c4c-8adf-8193452a38a3" providerId="AD"/>
  <p188:author id="{A836A6AE-ED33-D376-9699-21943F75D878}" name="Lukas HELMER" initials="LH" userId="S::lukas.helmer@rbinternational.com::09f620dc-89be-41fd-8080-d31edf5212f5" providerId="AD"/>
  <p188:author id="{B13884BB-A83A-9EB2-A8E4-7ECA2A5E4864}" name="Gerison Hoxha" initials="GH" userId="S::Gerison.Hoxha@raiffeisen.al::e7456f07-deab-4add-a96f-6ebe7816b815" providerId="AD"/>
  <p188:author id="{2EAA24C6-0B69-BBA8-CD57-28620330429A}" name="Gerison Hoxha" initials="GH" userId="S::gerison.hoxha@raiffeisen.al::e7456f07-deab-4add-a96f-6ebe7816b815" providerId="AD"/>
  <p188:author id="{A267DEEA-CCC4-88B2-26F7-8CE6182F94FB}" name="Christoph Broggiato" initials="CB" userId="8c0f1eec9aa873f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DE6"/>
    <a:srgbClr val="FFFFFF"/>
    <a:srgbClr val="F18B6D"/>
    <a:srgbClr val="FFFFEF"/>
    <a:srgbClr val="FEEA8D"/>
    <a:srgbClr val="FFF290"/>
    <a:srgbClr val="F7F7F7"/>
    <a:srgbClr val="9FA6D9"/>
    <a:srgbClr val="F9F6F2"/>
    <a:srgbClr val="FF0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4088"/>
        <p:guide orient="horz" pos="1328"/>
        <p:guide orient="horz" pos="279"/>
        <p:guide orient="horz" pos="3453"/>
        <p:guide orient="horz" pos="857"/>
        <p:guide orient="horz" pos="3408"/>
        <p:guide pos="3841"/>
        <p:guide pos="303"/>
        <p:guide pos="3786"/>
        <p:guide pos="3905"/>
        <p:guide pos="7538"/>
        <p:guide pos="1346"/>
        <p:guide pos="1442"/>
        <p:guide pos="2571"/>
        <p:guide pos="2730"/>
        <p:guide pos="5032"/>
        <p:guide pos="5156"/>
        <p:guide pos="6245"/>
        <p:guide pos="6336"/>
        <p:guide pos="2793"/>
        <p:guide pos="610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3E3601-ED81-D1F9-E6A6-9C426000D7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57650-CF4C-45CA-84D0-6BA9D0A2F5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64439B-157B-43D3-AE1F-90F2C850419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C52F8-55B0-156C-A1E5-16BA1E452E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8BA8C-D818-5704-0A98-DE02A31FF4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08825-B296-40B8-928E-08B52EC6F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62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98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7FF6B-6B37-DC50-C3ED-9E2D556A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05D4B-AE2B-997D-A237-FEA695140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09EB7-495E-C626-A736-38EFF8CCE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53AB-08D2-8904-DDD2-0213F19F7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3E95B-C48D-478D-A824-A78C3A94844C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31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18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Layouts/_rels/slideLayout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18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19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eginn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8F489C80-15E6-A8C0-06B4-4DC868852DA8}"/>
              </a:ext>
            </a:extLst>
          </p:cNvPr>
          <p:cNvSpPr/>
          <p:nvPr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77CC3561-55F3-0630-5B9A-B3F213EDC3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938" y="4140274"/>
            <a:ext cx="2975179" cy="2719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ABDDE6-F04B-7657-7438-80D9ADD3C8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73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Person 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69985B8-C490-6B2A-2FE6-DDCF034A0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86FDBCD3-30EA-8C2C-93A8-0EFD19AD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572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Person Introduction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lum bright="70000" contrast="-7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69985B8-C490-6B2A-2FE6-DDCF034A0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86FDBCD3-30EA-8C2C-93A8-0EFD19AD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90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Person Introduc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86FDBCD3-30EA-8C2C-93A8-0EFD19AD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3EE0-9985-6CCA-5619-9C1A649BD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61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Person Introdu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86FDBCD3-30EA-8C2C-93A8-0EFD19AD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3EE0-9985-6CCA-5619-9C1A649BD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7B7B19F3-8C34-77E9-43DF-3BE48DEEC72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9D4D88-7721-BDC7-08DD-8ED653999B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161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20" name="Picture 19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AD7773A9-B0A0-0192-29C3-2D856695CD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  <p:sp>
        <p:nvSpPr>
          <p:cNvPr id="2" name="Freeform 9">
            <a:extLst>
              <a:ext uri="{FF2B5EF4-FFF2-40B4-BE49-F238E27FC236}">
                <a16:creationId xmlns:a16="http://schemas.microsoft.com/office/drawing/2014/main" id="{DB36FF59-9510-C237-BADD-44C2240210DF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0FA9D-AB54-67DD-0875-4A97E44879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E273042A-00E9-8BEC-1914-ED4DCF27C3B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8" name="Picture 7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F422C030-8D48-CF1E-DE89-9D655F877C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90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8" name="Picture 7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16BE6FF9-146B-5815-96E3-63DEF331D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  <p:sp>
        <p:nvSpPr>
          <p:cNvPr id="2" name="Freeform 9">
            <a:extLst>
              <a:ext uri="{FF2B5EF4-FFF2-40B4-BE49-F238E27FC236}">
                <a16:creationId xmlns:a16="http://schemas.microsoft.com/office/drawing/2014/main" id="{C408033C-5D6F-1721-6E08-A675AD04AF2A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59D93-81D1-AE53-DCF4-637A994D20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1B42078C-A666-57C6-C04D-EC0DC79497ED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0" name="Picture 9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09D81CB4-55E9-EE4D-2B1B-6301A97D18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3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7">
            <a:extLst>
              <a:ext uri="{FF2B5EF4-FFF2-40B4-BE49-F238E27FC236}">
                <a16:creationId xmlns:a16="http://schemas.microsoft.com/office/drawing/2014/main" id="{57813882-B52A-1853-B58F-A59E475004AC}"/>
              </a:ext>
            </a:extLst>
          </p:cNvPr>
          <p:cNvSpPr/>
          <p:nvPr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659CD7B-5A77-EFB0-5747-CFC7A995C416}"/>
              </a:ext>
            </a:extLst>
          </p:cNvPr>
          <p:cNvSpPr/>
          <p:nvPr/>
        </p:nvSpPr>
        <p:spPr>
          <a:xfrm flipH="1">
            <a:off x="7989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C8024A0-E976-9BE6-F932-19B65089127C}"/>
              </a:ext>
            </a:extLst>
          </p:cNvPr>
          <p:cNvSpPr/>
          <p:nvPr/>
        </p:nvSpPr>
        <p:spPr>
          <a:xfrm rot="10800000" flipH="1">
            <a:off x="2536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6" name="Picture 5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1088CF04-7E7A-126E-47EC-A2728F219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28900B-D978-7DB2-0651-B8C842231CCE}"/>
              </a:ext>
            </a:extLst>
          </p:cNvPr>
          <p:cNvSpPr/>
          <p:nvPr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4D75CD53-5A63-F7B1-BB62-B63EC252E9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F79EDA-D866-3212-4BCB-3193C2A55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sp>
        <p:nvSpPr>
          <p:cNvPr id="7" name="Title 12">
            <a:extLst>
              <a:ext uri="{FF2B5EF4-FFF2-40B4-BE49-F238E27FC236}">
                <a16:creationId xmlns:a16="http://schemas.microsoft.com/office/drawing/2014/main" id="{AB4E2AB9-1F73-A69A-632C-F9C5387166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60000">
            <a:off x="3218692" y="2120577"/>
            <a:ext cx="5556905" cy="52513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3600" kern="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GB"/>
              <a:t>Thank you!</a:t>
            </a:r>
          </a:p>
        </p:txBody>
      </p:sp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7F5174DF-D8E3-0FD8-82A4-74233A58B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360000">
            <a:off x="5386962" y="2561326"/>
            <a:ext cx="1328304" cy="1328304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3647E34-1727-AEC5-EA66-4E80BC3E6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360000">
            <a:off x="5257136" y="3874983"/>
            <a:ext cx="1736318" cy="4431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defRPr lang="en-US" sz="3200" b="1" kern="0" cap="none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260C43-EB47-F777-703B-0B443E24DE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3" name="Freeform 7">
            <a:extLst>
              <a:ext uri="{FF2B5EF4-FFF2-40B4-BE49-F238E27FC236}">
                <a16:creationId xmlns:a16="http://schemas.microsoft.com/office/drawing/2014/main" id="{CDE69171-892E-BD87-BA6A-240F4486546E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694596F-6408-857A-EFE3-7BB75F3C3328}"/>
              </a:ext>
            </a:extLst>
          </p:cNvPr>
          <p:cNvSpPr/>
          <p:nvPr userDrawn="1"/>
        </p:nvSpPr>
        <p:spPr>
          <a:xfrm flipH="1">
            <a:off x="7989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DD2DF64C-2A84-13C5-4ABC-E45A7FE4D35A}"/>
              </a:ext>
            </a:extLst>
          </p:cNvPr>
          <p:cNvSpPr/>
          <p:nvPr userDrawn="1"/>
        </p:nvSpPr>
        <p:spPr>
          <a:xfrm rot="10800000" flipH="1">
            <a:off x="2536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15" name="Picture 14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021431D2-7F3A-7A40-BB29-37F43F276F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4C2593D-475F-7D89-A1D7-05C38582B41C}"/>
              </a:ext>
            </a:extLst>
          </p:cNvPr>
          <p:cNvSpPr/>
          <p:nvPr userDrawn="1"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67C96D30-694C-B60D-B40B-E62CD7AD66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AC55D5-4EC5-FB8A-66E7-4F0B219C80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pic>
        <p:nvPicPr>
          <p:cNvPr id="19" name="Graphic 18" descr="Alarm clock with solid fill">
            <a:extLst>
              <a:ext uri="{FF2B5EF4-FFF2-40B4-BE49-F238E27FC236}">
                <a16:creationId xmlns:a16="http://schemas.microsoft.com/office/drawing/2014/main" id="{ACD12764-881F-5E86-4168-F82950F5F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360000">
            <a:off x="5386962" y="2561326"/>
            <a:ext cx="1328304" cy="13283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BB134FD-71AC-E9E7-650D-FBF003A1400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6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">
            <a:extLst>
              <a:ext uri="{FF2B5EF4-FFF2-40B4-BE49-F238E27FC236}">
                <a16:creationId xmlns:a16="http://schemas.microsoft.com/office/drawing/2014/main" id="{6E5AE79D-4801-DFEF-02E8-85F272DFCDCB}"/>
              </a:ext>
            </a:extLst>
          </p:cNvPr>
          <p:cNvSpPr/>
          <p:nvPr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8DFB490-311A-151A-F6B0-BBC45E65BEBF}"/>
              </a:ext>
            </a:extLst>
          </p:cNvPr>
          <p:cNvSpPr/>
          <p:nvPr/>
        </p:nvSpPr>
        <p:spPr>
          <a:xfrm flipH="1">
            <a:off x="7989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72933B2-1A60-AF63-01E1-DF0F92A02685}"/>
              </a:ext>
            </a:extLst>
          </p:cNvPr>
          <p:cNvSpPr/>
          <p:nvPr/>
        </p:nvSpPr>
        <p:spPr>
          <a:xfrm rot="10800000" flipH="1">
            <a:off x="2536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7" name="Picture 6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27632CDA-F442-BDC0-6F04-EBB7E6DCF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4716B2-83FE-AD9A-8C2E-B121B5781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"/>
          <a:stretch/>
        </p:blipFill>
        <p:spPr>
          <a:xfrm>
            <a:off x="3754955" y="4542258"/>
            <a:ext cx="4600851" cy="525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67AC0C-635A-48B6-3695-1CFA01CA90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954" y="4541722"/>
            <a:ext cx="4671495" cy="5256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3B7A46-6E21-3BA5-7C16-8D831245E580}"/>
              </a:ext>
            </a:extLst>
          </p:cNvPr>
          <p:cNvSpPr/>
          <p:nvPr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FD802750-25A2-C257-4B07-71E38F2C2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sp>
        <p:nvSpPr>
          <p:cNvPr id="14" name="Title 12">
            <a:extLst>
              <a:ext uri="{FF2B5EF4-FFF2-40B4-BE49-F238E27FC236}">
                <a16:creationId xmlns:a16="http://schemas.microsoft.com/office/drawing/2014/main" id="{727B5B3D-C654-5872-18D4-9B1D9B3C3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84977">
            <a:off x="3267183" y="3062524"/>
            <a:ext cx="5660812" cy="5539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40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733429-492C-0070-2DC0-24918C38D8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995A0-B872-393D-ED97-62F2F4156E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2" name="Freeform 7">
            <a:extLst>
              <a:ext uri="{FF2B5EF4-FFF2-40B4-BE49-F238E27FC236}">
                <a16:creationId xmlns:a16="http://schemas.microsoft.com/office/drawing/2014/main" id="{319A4546-4CB6-E2BD-D6E5-63531264D315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17473A02-0236-58C8-63A8-285632212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C64222-E1D5-48F6-ADBE-DED6E0AF9F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"/>
          <a:stretch/>
        </p:blipFill>
        <p:spPr>
          <a:xfrm>
            <a:off x="3754955" y="4542258"/>
            <a:ext cx="4600851" cy="5251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9B3DD3-B919-B3D6-7ED8-B536EDA868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954" y="4541722"/>
            <a:ext cx="4671495" cy="5256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45FF664-48EE-E3CA-7098-C6C52ECD89E6}"/>
              </a:ext>
            </a:extLst>
          </p:cNvPr>
          <p:cNvSpPr/>
          <p:nvPr userDrawn="1"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42837E80-EDF6-5D6C-3534-49CDDBC90D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2CE136-E406-50BB-B740-0531EFE0CB3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1EC55B-1478-6CB0-593D-39AD64580B7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8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ign_Off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EC52CCDC-8C50-3CBF-B345-6DEB090DF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713FA024-D4BB-D650-B41E-91CDCEF87A8F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20EBB342-4149-F54F-B34E-C6A6E4C7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AC900ED-9F16-31FE-3BA2-9B7CAB3BC7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3E6B93CA-0312-3106-CFCC-19A542D29CCC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40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E7222F-0BCE-F460-20E8-715BCBC18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128F40C8-B878-A0C2-A83A-EE974512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6891327D-E989-2A7F-5F1A-3C4F15C263DE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790335-1761-B5F4-EBF9-3136EA0469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716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Sign_Off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07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BB1F76E-9026-BD28-FC47-20FEA933C4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165749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956F2D9-A923-8FAF-9212-DC0910459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71220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578E5DD-AA62-6DA2-94BB-EF47BFB481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150744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2A567A4-3325-2BB4-CE6B-C6769C9A7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  <p:pic>
        <p:nvPicPr>
          <p:cNvPr id="2" name="Picture 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A089E27-DA67-7C84-2D0D-8C8ECA6F0F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2CCE57E-BAE0-5DCB-5FCE-EDA59E1BDBD0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2796584D-C1CE-2C7F-BAC1-BFA790785B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267568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FA089E27-DA67-7C84-2D0D-8C8ECA6F0F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2CCE57E-BAE0-5DCB-5FCE-EDA59E1BDBD0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186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B8BCDFE-67C5-A7A7-E3FE-D1B3AD5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0880699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CF15E8D-50F7-2BB2-EBB8-C9C74B56F2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6" y="2133650"/>
            <a:ext cx="10887730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1BC3D548-A998-E5B5-5B3F-1AA0D4ACB5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0886804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AD01B9B7-20EE-EB7B-B7EF-27DC565A74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565500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Custom Layout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B8BCDFE-67C5-A7A7-E3FE-D1B3AD5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0880699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CF15E8D-50F7-2BB2-EBB8-C9C74B56F2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6" y="2133650"/>
            <a:ext cx="10887730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1BC3D548-A998-E5B5-5B3F-1AA0D4ACB5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0886804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427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2E54AB-4D49-93B2-AB23-80C7878208B3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571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3778961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as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/>
        </p:nvSpPr>
        <p:spPr>
          <a:xfrm>
            <a:off x="989493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3164015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/>
        </p:nvGrpSpPr>
        <p:grpSpPr>
          <a:xfrm>
            <a:off x="-246480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9094ED-7AAC-D8DA-0209-D5D8A55F4A99}"/>
              </a:ext>
            </a:extLst>
          </p:cNvPr>
          <p:cNvSpPr/>
          <p:nvPr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pic>
        <p:nvPicPr>
          <p:cNvPr id="11" name="Picture 10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4E3394C-D5AA-7A90-03A8-0B8B3B8CC6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  <p:sp>
        <p:nvSpPr>
          <p:cNvPr id="2" name="Freeform 7">
            <a:extLst>
              <a:ext uri="{FF2B5EF4-FFF2-40B4-BE49-F238E27FC236}">
                <a16:creationId xmlns:a16="http://schemas.microsoft.com/office/drawing/2014/main" id="{D66D87AC-F308-BEB0-54C5-3F8BFB431B0F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6A4CF0-3DFD-5D2C-5BF0-A3064A73CE9B}"/>
              </a:ext>
            </a:extLst>
          </p:cNvPr>
          <p:cNvSpPr/>
          <p:nvPr userDrawn="1"/>
        </p:nvSpPr>
        <p:spPr>
          <a:xfrm>
            <a:off x="1737125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96595D-1E10-D109-1923-A625E57BB6E9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51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2">
            <a:extLst>
              <a:ext uri="{FF2B5EF4-FFF2-40B4-BE49-F238E27FC236}">
                <a16:creationId xmlns:a16="http://schemas.microsoft.com/office/drawing/2014/main" id="{DA8FC628-1ED7-71FF-6B10-DD4688B824E6}"/>
              </a:ext>
            </a:extLst>
          </p:cNvPr>
          <p:cNvSpPr/>
          <p:nvPr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itel 6">
            <a:extLst>
              <a:ext uri="{FF2B5EF4-FFF2-40B4-BE49-F238E27FC236}">
                <a16:creationId xmlns:a16="http://schemas.microsoft.com/office/drawing/2014/main" id="{83157164-EE45-5B5B-FF9F-74BCE64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02" y="1659247"/>
            <a:ext cx="3431666" cy="834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2ACA404-7520-62E8-1183-0124375436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550" y="2827479"/>
            <a:ext cx="343166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D99DD5D-50F4-8CBD-8183-313622A37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1427" y="1329180"/>
            <a:ext cx="7185123" cy="4630296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2DCA9D3-1119-FD59-C20C-974899E755C5}"/>
              </a:ext>
            </a:extLst>
          </p:cNvPr>
          <p:cNvSpPr>
            <a:spLocks noChangeAspect="1"/>
          </p:cNvSpPr>
          <p:nvPr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40B93DA6-2745-D9D6-4D55-09DDF8237833}"/>
              </a:ext>
            </a:extLst>
          </p:cNvPr>
          <p:cNvSpPr/>
          <p:nvPr userDrawn="1"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E8B5D3D-43CC-A620-94EC-85E04278FA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7" name="Freeform 7">
            <a:extLst>
              <a:ext uri="{FF2B5EF4-FFF2-40B4-BE49-F238E27FC236}">
                <a16:creationId xmlns:a16="http://schemas.microsoft.com/office/drawing/2014/main" id="{82C4D1EC-71F7-905D-0471-A2F717ED367E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15254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eginn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D5403E3C-35BF-9276-8F41-29239740BE72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CD4D00C2-104B-8DCF-176C-8191DE69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85D620A-7720-BDDB-9E48-D7E69B656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1E629-54D2-310C-D50C-BA564B1C4753}"/>
              </a:ext>
            </a:extLst>
          </p:cNvPr>
          <p:cNvSpPr txBox="1"/>
          <p:nvPr userDrawn="1"/>
        </p:nvSpPr>
        <p:spPr>
          <a:xfrm>
            <a:off x="1012380" y="6198906"/>
            <a:ext cx="5212966" cy="2590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lang="en-US" sz="800" b="0">
                <a:solidFill>
                  <a:schemeClr val="bg1"/>
                </a:solidFill>
                <a:latin typeface="Amalia Medium" pitchFamily="34" charset="0"/>
                <a:ea typeface="+mn-ea"/>
                <a:cs typeface="+mn-cs"/>
              </a:rPr>
              <a:t>Confidential and proprietary</a:t>
            </a:r>
          </a:p>
          <a:p>
            <a:pPr lvl="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Any use of this material without specific permission of </a:t>
            </a:r>
            <a:r>
              <a:rPr lang="en-US" sz="800" b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Raiffeisen</a:t>
            </a:r>
            <a:r>
              <a:rPr lang="en-US" sz="800" b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Bank is strictly prohibited.</a:t>
            </a:r>
            <a:endParaRPr lang="en-GB" sz="800" b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AB5F3984-1ABB-A540-3CC3-0F9936F942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938" y="4140274"/>
            <a:ext cx="2975179" cy="2719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CA76B6-4AE6-8C88-BF7F-0A8A2CFF36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193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erson 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0F787-392D-7217-C2A4-58F6033C4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09883C-CA66-DB15-D196-EE90F04446A5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12090" y="3448560"/>
            <a:ext cx="9157792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cap="none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5pPr>
            <a:lvl6pPr marL="544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6pPr>
            <a:lvl7pPr marL="108866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7pPr>
            <a:lvl8pPr marL="1633001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8pPr>
            <a:lvl9pPr marL="2177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kern="0">
                <a:solidFill>
                  <a:schemeClr val="tx1"/>
                </a:solidFill>
              </a:rPr>
              <a:t>Click to edit Master title style</a:t>
            </a:r>
            <a:endParaRPr lang="en-GB" kern="0">
              <a:solidFill>
                <a:schemeClr val="tx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EF0C934-1F01-96C1-5162-B99A7345C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3529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Person 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069985B8-C490-6B2A-2FE6-DDCF034A02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E4A04F0F-2C60-977A-4353-12966A4BBD6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12090" y="3448560"/>
            <a:ext cx="9157792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cap="none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5pPr>
            <a:lvl6pPr marL="544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6pPr>
            <a:lvl7pPr marL="108866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7pPr>
            <a:lvl8pPr marL="1633001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8pPr>
            <a:lvl9pPr marL="2177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kern="0">
                <a:solidFill>
                  <a:schemeClr val="bg1"/>
                </a:solidFill>
              </a:rPr>
              <a:t>Click to edit Master title style</a:t>
            </a:r>
            <a:endParaRPr lang="en-GB" kern="0">
              <a:solidFill>
                <a:schemeClr val="bg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9450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7">
            <a:extLst>
              <a:ext uri="{FF2B5EF4-FFF2-40B4-BE49-F238E27FC236}">
                <a16:creationId xmlns:a16="http://schemas.microsoft.com/office/drawing/2014/main" id="{8F1D276F-70C7-77BA-DD13-E1F887563C09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453458" y="1979128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34577" y="2663283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DE07B2F-C44B-BAD5-4658-E7136333DF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6563" y="6382123"/>
            <a:ext cx="4292872" cy="175754"/>
          </a:xfrm>
        </p:spPr>
        <p:txBody>
          <a:bodyPr/>
          <a:lstStyle>
            <a:lvl1pPr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pic>
        <p:nvPicPr>
          <p:cNvPr id="16" name="Picture 15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AEE2349E-EB82-AF14-CE18-9DBD324DFA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04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20" name="Picture 19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AD7773A9-B0A0-0192-29C3-2D856695CD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98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8" name="Picture 7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16BE6FF9-146B-5815-96E3-63DEF331D1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rgbClr val="225B4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 contras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8" name="Picture 7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16BE6FF9-146B-5815-96E3-63DEF331D1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7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Divider with only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A14B1E-7CA2-0236-1A9F-51124CAA8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8" name="Picture 7" descr="A yellow school lunch box with school supplies&#10;&#10;AI-generated content may be incorrect.">
            <a:extLst>
              <a:ext uri="{FF2B5EF4-FFF2-40B4-BE49-F238E27FC236}">
                <a16:creationId xmlns:a16="http://schemas.microsoft.com/office/drawing/2014/main" id="{16BE6FF9-146B-5815-96E3-63DEF331D1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30" y="4887425"/>
            <a:ext cx="2060462" cy="188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65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Divider with only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9">
            <a:extLst>
              <a:ext uri="{FF2B5EF4-FFF2-40B4-BE49-F238E27FC236}">
                <a16:creationId xmlns:a16="http://schemas.microsoft.com/office/drawing/2014/main" id="{7434A0AF-2694-3C56-2E9F-2E5B07062AD0}"/>
              </a:ext>
            </a:extLst>
          </p:cNvPr>
          <p:cNvSpPr/>
          <p:nvPr userDrawn="1"/>
        </p:nvSpPr>
        <p:spPr>
          <a:xfrm>
            <a:off x="794521" y="2853732"/>
            <a:ext cx="874249" cy="124910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439CD316-0FF6-7187-BF0B-45DE80973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77" y="2853732"/>
            <a:ext cx="7561307" cy="5760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DEDAC1-98C8-9EB2-213C-E421CB6C6A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90177" y="3551095"/>
            <a:ext cx="7561307" cy="518155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4F4019D0-23B0-033A-C63B-6A1E44D817E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F945119-BE5C-4855-56F2-9DA620AB70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92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7">
            <a:extLst>
              <a:ext uri="{FF2B5EF4-FFF2-40B4-BE49-F238E27FC236}">
                <a16:creationId xmlns:a16="http://schemas.microsoft.com/office/drawing/2014/main" id="{57813882-B52A-1853-B58F-A59E475004AC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659CD7B-5A77-EFB0-5747-CFC7A995C416}"/>
              </a:ext>
            </a:extLst>
          </p:cNvPr>
          <p:cNvSpPr/>
          <p:nvPr userDrawn="1"/>
        </p:nvSpPr>
        <p:spPr>
          <a:xfrm flipH="1">
            <a:off x="7989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CC8024A0-E976-9BE6-F932-19B65089127C}"/>
              </a:ext>
            </a:extLst>
          </p:cNvPr>
          <p:cNvSpPr/>
          <p:nvPr userDrawn="1"/>
        </p:nvSpPr>
        <p:spPr>
          <a:xfrm rot="10800000" flipH="1">
            <a:off x="2536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6" name="Picture 5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1088CF04-7E7A-126E-47EC-A2728F219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28900B-D978-7DB2-0651-B8C842231CCE}"/>
              </a:ext>
            </a:extLst>
          </p:cNvPr>
          <p:cNvSpPr/>
          <p:nvPr userDrawn="1"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4D75CD53-5A63-F7B1-BB62-B63EC252E9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F79EDA-D866-3212-4BCB-3193C2A553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sp>
        <p:nvSpPr>
          <p:cNvPr id="7" name="Title 12">
            <a:extLst>
              <a:ext uri="{FF2B5EF4-FFF2-40B4-BE49-F238E27FC236}">
                <a16:creationId xmlns:a16="http://schemas.microsoft.com/office/drawing/2014/main" id="{AB4E2AB9-1F73-A69A-632C-F9C5387166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60000">
            <a:off x="3218692" y="2120577"/>
            <a:ext cx="5556905" cy="52513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3600" kern="0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GB"/>
              <a:t>Thank you!</a:t>
            </a:r>
          </a:p>
        </p:txBody>
      </p:sp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7F5174DF-D8E3-0FD8-82A4-74233A58B1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360000">
            <a:off x="5386962" y="2561326"/>
            <a:ext cx="1328304" cy="1328304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3647E34-1727-AEC5-EA66-4E80BC3E6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360000">
            <a:off x="5257136" y="3874983"/>
            <a:ext cx="1736318" cy="4431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defRPr lang="en-US" sz="3200" b="1" kern="0" cap="none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260C43-EB47-F777-703B-0B443E24D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494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">
            <a:extLst>
              <a:ext uri="{FF2B5EF4-FFF2-40B4-BE49-F238E27FC236}">
                <a16:creationId xmlns:a16="http://schemas.microsoft.com/office/drawing/2014/main" id="{6E5AE79D-4801-DFEF-02E8-85F272DFCDCB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48DFB490-311A-151A-F6B0-BBC45E65BEBF}"/>
              </a:ext>
            </a:extLst>
          </p:cNvPr>
          <p:cNvSpPr/>
          <p:nvPr/>
        </p:nvSpPr>
        <p:spPr>
          <a:xfrm flipH="1">
            <a:off x="7989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72933B2-1A60-AF63-01E1-DF0F92A02685}"/>
              </a:ext>
            </a:extLst>
          </p:cNvPr>
          <p:cNvSpPr/>
          <p:nvPr/>
        </p:nvSpPr>
        <p:spPr>
          <a:xfrm rot="10800000" flipH="1">
            <a:off x="2536831" y="2478191"/>
            <a:ext cx="1668515" cy="2383935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99"/>
          </a:p>
        </p:txBody>
      </p:sp>
      <p:pic>
        <p:nvPicPr>
          <p:cNvPr id="7" name="Picture 6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27632CDA-F442-BDC0-6F04-EBB7E6DCF8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81" y="810433"/>
            <a:ext cx="7466012" cy="5238721"/>
          </a:xfrm>
          <a:prstGeom prst="roundRect">
            <a:avLst>
              <a:gd name="adj" fmla="val 8632"/>
            </a:avLst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4716B2-83FE-AD9A-8C2E-B121B578133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2"/>
          <a:stretch/>
        </p:blipFill>
        <p:spPr>
          <a:xfrm>
            <a:off x="3754955" y="4542258"/>
            <a:ext cx="4600851" cy="525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67AC0C-635A-48B6-3695-1CFA01CA904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954" y="4541722"/>
            <a:ext cx="4671495" cy="5256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3B7A46-6E21-3BA5-7C16-8D831245E580}"/>
              </a:ext>
            </a:extLst>
          </p:cNvPr>
          <p:cNvSpPr/>
          <p:nvPr userDrawn="1"/>
        </p:nvSpPr>
        <p:spPr>
          <a:xfrm>
            <a:off x="3689058" y="1572798"/>
            <a:ext cx="4882551" cy="3700241"/>
          </a:xfrm>
          <a:prstGeom prst="rect">
            <a:avLst/>
          </a:prstGeom>
          <a:solidFill>
            <a:srgbClr val="F8D2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notebook and pencil on a yellow tray&#10;&#10;AI-generated content may be incorrect.">
            <a:extLst>
              <a:ext uri="{FF2B5EF4-FFF2-40B4-BE49-F238E27FC236}">
                <a16:creationId xmlns:a16="http://schemas.microsoft.com/office/drawing/2014/main" id="{FD802750-25A2-C257-4B07-71E38F2C2D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2" t="15074" r="16442" b="18741"/>
          <a:stretch/>
        </p:blipFill>
        <p:spPr>
          <a:xfrm rot="21369636">
            <a:off x="3632519" y="1504411"/>
            <a:ext cx="4930140" cy="3467189"/>
          </a:xfrm>
          <a:prstGeom prst="roundRect">
            <a:avLst>
              <a:gd name="adj" fmla="val 8632"/>
            </a:avLst>
          </a:prstGeom>
        </p:spPr>
      </p:pic>
      <p:sp>
        <p:nvSpPr>
          <p:cNvPr id="14" name="Title 12">
            <a:extLst>
              <a:ext uri="{FF2B5EF4-FFF2-40B4-BE49-F238E27FC236}">
                <a16:creationId xmlns:a16="http://schemas.microsoft.com/office/drawing/2014/main" id="{727B5B3D-C654-5872-18D4-9B1D9B3C3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84977">
            <a:off x="3267183" y="3062524"/>
            <a:ext cx="5660812" cy="5539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40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733429-492C-0070-2DC0-24918C38D8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4574">
            <a:off x="3819662" y="4462086"/>
            <a:ext cx="4666521" cy="525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8995A0-B872-393D-ED97-62F2F4156EF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225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7">
            <a:extLst>
              <a:ext uri="{FF2B5EF4-FFF2-40B4-BE49-F238E27FC236}">
                <a16:creationId xmlns:a16="http://schemas.microsoft.com/office/drawing/2014/main" id="{58250F96-E11A-6C00-DEB4-93C991D0969F}"/>
              </a:ext>
            </a:extLst>
          </p:cNvPr>
          <p:cNvSpPr>
            <a:spLocks noChangeAspect="1"/>
          </p:cNvSpPr>
          <p:nvPr userDrawn="1"/>
        </p:nvSpPr>
        <p:spPr>
          <a:xfrm rot="16200000" flipH="1">
            <a:off x="-1599978" y="1599980"/>
            <a:ext cx="9297544" cy="6097586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8995A0-B872-393D-ED97-62F2F4156E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1F9DB9F-A0CE-D471-C721-29A8EF24725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9452" y="1460500"/>
            <a:ext cx="5981317" cy="4196946"/>
            <a:chOff x="2364581" y="810433"/>
            <a:chExt cx="7466012" cy="5238721"/>
          </a:xfrm>
        </p:grpSpPr>
        <p:pic>
          <p:nvPicPr>
            <p:cNvPr id="17" name="Picture 16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8810C562-241B-9747-9464-9E95664340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4581" y="810433"/>
              <a:ext cx="7466012" cy="5238721"/>
            </a:xfrm>
            <a:prstGeom prst="roundRect">
              <a:avLst>
                <a:gd name="adj" fmla="val 8632"/>
              </a:avLst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A2F82A0-777E-79D5-2600-F95B6EAC1474}"/>
                </a:ext>
              </a:extLst>
            </p:cNvPr>
            <p:cNvSpPr/>
            <p:nvPr userDrawn="1"/>
          </p:nvSpPr>
          <p:spPr>
            <a:xfrm>
              <a:off x="3689058" y="1572798"/>
              <a:ext cx="4882551" cy="3700241"/>
            </a:xfrm>
            <a:prstGeom prst="rect">
              <a:avLst/>
            </a:prstGeom>
            <a:solidFill>
              <a:srgbClr val="F8D2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40007E77-A346-1962-CD76-F6A5A5AA22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2" t="15074" r="16442" b="18741"/>
            <a:stretch/>
          </p:blipFill>
          <p:spPr>
            <a:xfrm rot="21369636">
              <a:off x="3632519" y="1504411"/>
              <a:ext cx="4930140" cy="3467189"/>
            </a:xfrm>
            <a:prstGeom prst="roundRect">
              <a:avLst>
                <a:gd name="adj" fmla="val 8632"/>
              </a:avLst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AFC164-D36C-F66B-C3D7-FED807EB76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84574">
              <a:off x="3819662" y="4462086"/>
              <a:ext cx="4666521" cy="525080"/>
            </a:xfrm>
            <a:prstGeom prst="rect">
              <a:avLst/>
            </a:prstGeom>
          </p:spPr>
        </p:pic>
      </p:grpSp>
      <p:sp>
        <p:nvSpPr>
          <p:cNvPr id="27" name="Title 12">
            <a:extLst>
              <a:ext uri="{FF2B5EF4-FFF2-40B4-BE49-F238E27FC236}">
                <a16:creationId xmlns:a16="http://schemas.microsoft.com/office/drawing/2014/main" id="{AB23D533-0687-2695-F77B-A5DB8E6B2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84977">
            <a:off x="4139705" y="3208194"/>
            <a:ext cx="5660812" cy="4431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69797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4166935" y="-1168652"/>
            <a:ext cx="9696951" cy="635952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8FF5D-4F1E-B649-3DCB-356B62329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F8E878C-DB09-D431-B57A-35C5D94E72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010952" y="1460500"/>
            <a:ext cx="5981317" cy="4196946"/>
            <a:chOff x="2364581" y="810433"/>
            <a:chExt cx="7466012" cy="5238721"/>
          </a:xfrm>
        </p:grpSpPr>
        <p:pic>
          <p:nvPicPr>
            <p:cNvPr id="4" name="Picture 3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B46D0FC3-DFA8-18C3-12AE-8EB344A92E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4581" y="810433"/>
              <a:ext cx="7466012" cy="5238721"/>
            </a:xfrm>
            <a:prstGeom prst="roundRect">
              <a:avLst>
                <a:gd name="adj" fmla="val 8632"/>
              </a:avLst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44CB70D-2EC1-2877-A1A2-E73DA0E2776C}"/>
                </a:ext>
              </a:extLst>
            </p:cNvPr>
            <p:cNvSpPr/>
            <p:nvPr userDrawn="1"/>
          </p:nvSpPr>
          <p:spPr>
            <a:xfrm>
              <a:off x="3689058" y="1572798"/>
              <a:ext cx="4882551" cy="3700241"/>
            </a:xfrm>
            <a:prstGeom prst="rect">
              <a:avLst/>
            </a:prstGeom>
            <a:solidFill>
              <a:srgbClr val="F8D2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434E5D36-31C7-44E2-AABC-485625673C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2" t="15074" r="16442" b="18741"/>
            <a:stretch/>
          </p:blipFill>
          <p:spPr>
            <a:xfrm rot="21369636">
              <a:off x="3632519" y="1504411"/>
              <a:ext cx="4930140" cy="3467189"/>
            </a:xfrm>
            <a:prstGeom prst="roundRect">
              <a:avLst>
                <a:gd name="adj" fmla="val 8632"/>
              </a:avLst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EA049FB-CE2C-BE63-C1D7-9A530B746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84574">
              <a:off x="3819662" y="4462086"/>
              <a:ext cx="4666521" cy="525080"/>
            </a:xfrm>
            <a:prstGeom prst="rect">
              <a:avLst/>
            </a:prstGeom>
          </p:spPr>
        </p:pic>
      </p:grpSp>
      <p:sp>
        <p:nvSpPr>
          <p:cNvPr id="10" name="Title 12">
            <a:extLst>
              <a:ext uri="{FF2B5EF4-FFF2-40B4-BE49-F238E27FC236}">
                <a16:creationId xmlns:a16="http://schemas.microsoft.com/office/drawing/2014/main" id="{1EB16A10-4ADD-0984-A437-76946C96F82C}"/>
              </a:ext>
            </a:extLst>
          </p:cNvPr>
          <p:cNvSpPr txBox="1">
            <a:spLocks/>
          </p:cNvSpPr>
          <p:nvPr userDrawn="1"/>
        </p:nvSpPr>
        <p:spPr bwMode="auto">
          <a:xfrm rot="21384977">
            <a:off x="2171205" y="3208194"/>
            <a:ext cx="5660812" cy="44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 cap="none" spc="-30" baseline="0">
                <a:solidFill>
                  <a:schemeClr val="tx1"/>
                </a:solidFill>
                <a:latin typeface="Amalia (Headings)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5pPr>
            <a:lvl6pPr marL="544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6pPr>
            <a:lvl7pPr marL="1088667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7pPr>
            <a:lvl8pPr marL="1633001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8pPr>
            <a:lvl9pPr marL="2177334" algn="l" rtl="0" eaLnBrk="1" fontAlgn="base" hangingPunct="1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GB" kern="0">
              <a:solidFill>
                <a:schemeClr val="tx1"/>
              </a:solidFill>
            </a:endParaRP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76D9923-8E0C-4F85-8D87-4B8C89842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84977">
            <a:off x="2171204" y="3208195"/>
            <a:ext cx="5660812" cy="4431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41694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7">
            <a:extLst>
              <a:ext uri="{FF2B5EF4-FFF2-40B4-BE49-F238E27FC236}">
                <a16:creationId xmlns:a16="http://schemas.microsoft.com/office/drawing/2014/main" id="{58250F96-E11A-6C00-DEB4-93C991D0969F}"/>
              </a:ext>
            </a:extLst>
          </p:cNvPr>
          <p:cNvSpPr>
            <a:spLocks noChangeAspect="1"/>
          </p:cNvSpPr>
          <p:nvPr userDrawn="1"/>
        </p:nvSpPr>
        <p:spPr>
          <a:xfrm rot="16200000" flipH="1">
            <a:off x="-1599978" y="1599980"/>
            <a:ext cx="9297544" cy="6097586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8995A0-B872-393D-ED97-62F2F4156E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1F9DB9F-A0CE-D471-C721-29A8EF24725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79452" y="1460500"/>
            <a:ext cx="5981317" cy="4196946"/>
            <a:chOff x="2364581" y="810433"/>
            <a:chExt cx="7466012" cy="5238721"/>
          </a:xfrm>
        </p:grpSpPr>
        <p:pic>
          <p:nvPicPr>
            <p:cNvPr id="17" name="Picture 16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8810C562-241B-9747-9464-9E95664340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4581" y="810433"/>
              <a:ext cx="7466012" cy="5238721"/>
            </a:xfrm>
            <a:prstGeom prst="roundRect">
              <a:avLst>
                <a:gd name="adj" fmla="val 8632"/>
              </a:avLst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A2F82A0-777E-79D5-2600-F95B6EAC1474}"/>
                </a:ext>
              </a:extLst>
            </p:cNvPr>
            <p:cNvSpPr/>
            <p:nvPr userDrawn="1"/>
          </p:nvSpPr>
          <p:spPr>
            <a:xfrm>
              <a:off x="3689058" y="1572798"/>
              <a:ext cx="4882551" cy="3700241"/>
            </a:xfrm>
            <a:prstGeom prst="rect">
              <a:avLst/>
            </a:prstGeom>
            <a:solidFill>
              <a:srgbClr val="F8D2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 descr="A notebook and pencil on a yellow tray&#10;&#10;AI-generated content may be incorrect.">
              <a:extLst>
                <a:ext uri="{FF2B5EF4-FFF2-40B4-BE49-F238E27FC236}">
                  <a16:creationId xmlns:a16="http://schemas.microsoft.com/office/drawing/2014/main" id="{40007E77-A346-1962-CD76-F6A5A5AA22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22" t="15074" r="16442" b="18741"/>
            <a:stretch/>
          </p:blipFill>
          <p:spPr>
            <a:xfrm rot="21369636">
              <a:off x="3632519" y="1504411"/>
              <a:ext cx="4930140" cy="3467189"/>
            </a:xfrm>
            <a:prstGeom prst="roundRect">
              <a:avLst>
                <a:gd name="adj" fmla="val 8632"/>
              </a:avLst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AFC164-D36C-F66B-C3D7-FED807EB76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384574">
              <a:off x="3819662" y="4462086"/>
              <a:ext cx="4666521" cy="525080"/>
            </a:xfrm>
            <a:prstGeom prst="rect">
              <a:avLst/>
            </a:prstGeom>
          </p:spPr>
        </p:pic>
      </p:grpSp>
      <p:sp>
        <p:nvSpPr>
          <p:cNvPr id="27" name="Title 12">
            <a:extLst>
              <a:ext uri="{FF2B5EF4-FFF2-40B4-BE49-F238E27FC236}">
                <a16:creationId xmlns:a16="http://schemas.microsoft.com/office/drawing/2014/main" id="{AB23D533-0687-2695-F77B-A5DB8E6B20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21384977">
            <a:off x="4139705" y="2535094"/>
            <a:ext cx="5660812" cy="443198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defRPr sz="3200" b="1" spc="-30" baseline="0">
                <a:solidFill>
                  <a:schemeClr val="tx1"/>
                </a:solidFill>
                <a:latin typeface="Amalia (Headings)"/>
              </a:defRPr>
            </a:lvl1pPr>
          </a:lstStyle>
          <a:p>
            <a:r>
              <a:rPr lang="en-GB"/>
              <a:t>Thank you!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53260B61-7F88-40CD-6239-A48A6BFF88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 rot="21360000">
            <a:off x="6283380" y="3872837"/>
            <a:ext cx="1736318" cy="33239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>
              <a:defRPr lang="en-US" sz="2400" b="1" kern="0" cap="none" spc="-3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05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ign_Off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EC52CCDC-8C50-3CBF-B345-6DEB090DFD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31" y="189435"/>
            <a:ext cx="2087049" cy="576063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713FA024-D4BB-D650-B41E-91CDCEF87A8F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20EBB342-4149-F54F-B34E-C6A6E4C7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2652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D0972DE8-2131-1EBA-4D40-7EEC59AD0659}"/>
              </a:ext>
            </a:extLst>
          </p:cNvPr>
          <p:cNvSpPr/>
          <p:nvPr userDrawn="1"/>
        </p:nvSpPr>
        <p:spPr>
          <a:xfrm>
            <a:off x="0" y="1"/>
            <a:ext cx="12370117" cy="685958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2442" t="-57056" r="-11724" b="-15910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57485-454C-F175-FEC6-6F9E0FEA9B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8" name="Title 12">
            <a:extLst>
              <a:ext uri="{FF2B5EF4-FFF2-40B4-BE49-F238E27FC236}">
                <a16:creationId xmlns:a16="http://schemas.microsoft.com/office/drawing/2014/main" id="{9353D555-CC0D-3740-65AD-309ED843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7455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E7222F-0BCE-F460-20E8-715BCBC186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128F40C8-B878-A0C2-A83A-EE974512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803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4166935" y="-1168652"/>
            <a:ext cx="9696951" cy="635952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8FF5D-4F1E-B649-3DCB-356B62329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9AC14A69-2F64-7D2C-AE0A-49CB73F1B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9236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ign_Off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727BBD09-0307-A6B3-0E65-8652D5893B8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0995F1-11C6-C20A-F9AA-BCA5EC57A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  <p:sp>
        <p:nvSpPr>
          <p:cNvPr id="10" name="Title 12">
            <a:extLst>
              <a:ext uri="{FF2B5EF4-FFF2-40B4-BE49-F238E27FC236}">
                <a16:creationId xmlns:a16="http://schemas.microsoft.com/office/drawing/2014/main" id="{E335CFC4-6F45-115D-7AC5-4DF9E9C8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9257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Sign_Off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DD4A68FD-772D-DBDB-C957-190F3D61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4113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Sign_Off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4166935" y="-1168652"/>
            <a:ext cx="9696951" cy="635952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5787B8D-32D5-2406-AC20-FE87226EDA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D52E41DD-CC30-8248-E572-6C13250F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2329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ign_Off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727BBD09-0307-A6B3-0E65-8652D5893B8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11E069C2-A4DB-92EF-D08C-53BFC05E52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A4676C83-6FFB-C52A-3C48-6B661921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992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DD4A68FD-772D-DBDB-C957-190F3D61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4111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7768B3-E5EB-BB2C-D251-6FB145A73D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DD4A68FD-772D-DBDB-C957-190F3D61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F7F9F020-8AC9-5C70-556F-829C7E4F3970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286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21CDB0F-D01B-1B68-C6EC-D7632C050F09}"/>
              </a:ext>
            </a:extLst>
          </p:cNvPr>
          <p:cNvSpPr>
            <a:spLocks noChangeAspect="1"/>
          </p:cNvSpPr>
          <p:nvPr userDrawn="1"/>
        </p:nvSpPr>
        <p:spPr>
          <a:xfrm rot="5400000" flipH="1">
            <a:off x="4166935" y="-1168652"/>
            <a:ext cx="9696951" cy="6359528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5787B8D-32D5-2406-AC20-FE87226EDA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5" name="Title 12">
            <a:extLst>
              <a:ext uri="{FF2B5EF4-FFF2-40B4-BE49-F238E27FC236}">
                <a16:creationId xmlns:a16="http://schemas.microsoft.com/office/drawing/2014/main" id="{D52E41DD-CC30-8248-E572-6C13250F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24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Sign_Off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727BBD09-0307-A6B3-0E65-8652D5893B8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11E069C2-A4DB-92EF-D08C-53BFC05E52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4" name="Title 12">
            <a:extLst>
              <a:ext uri="{FF2B5EF4-FFF2-40B4-BE49-F238E27FC236}">
                <a16:creationId xmlns:a16="http://schemas.microsoft.com/office/drawing/2014/main" id="{A4676C83-6FFB-C52A-3C48-6B661921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577" y="1965920"/>
            <a:ext cx="8893723" cy="237748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GB" sz="4000" kern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887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aily Agenda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EB269BD6-9FA5-CF37-0BA5-135A89C2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0313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ign Thinking -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EB269BD6-9FA5-CF37-0BA5-135A89C2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6584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lection -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 contrast="2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EB269BD6-9FA5-CF37-0BA5-135A89C2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1249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lture-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EB269BD6-9FA5-CF37-0BA5-135A89C2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9758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ga - 1 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EB269BD6-9FA5-CF37-0BA5-135A89C2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65208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illustration and short tex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180FDCD-FF73-F4D2-5085-00CC7C971EB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0000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ign Thinking -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180FDCD-FF73-F4D2-5085-00CC7C971EB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8708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flection -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180FDCD-FF73-F4D2-5085-00CC7C971EB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4">
                  <a:tint val="45000"/>
                  <a:satMod val="400000"/>
                </a:schemeClr>
              </a:duotone>
              <a:lum bright="-20000" contrast="2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6519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ga -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180FDCD-FF73-F4D2-5085-00CC7C971EB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702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lture -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180FDCD-FF73-F4D2-5085-00CC7C971EB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2723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pictur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7">
            <a:extLst>
              <a:ext uri="{FF2B5EF4-FFF2-40B4-BE49-F238E27FC236}">
                <a16:creationId xmlns:a16="http://schemas.microsoft.com/office/drawing/2014/main" id="{69FBC752-4741-3E06-C76B-B74229C68CB2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pic>
        <p:nvPicPr>
          <p:cNvPr id="2" name="Picture 1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6B686C1-E94E-7CD1-B0C8-A46B942CB5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24" name="Picture 2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9530DD54-38C3-38C2-E70C-A1B9B910BD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E04553D-1E1D-DFBC-1E3D-2478CC894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6946" y="2109601"/>
            <a:ext cx="5187108" cy="3314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826DCEA-9693-F3E3-6447-32A941EDEB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076" y="2109601"/>
            <a:ext cx="5187108" cy="3314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FD09EB1-38F6-B184-8E12-0CEB75569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81F2A842-B2E1-E477-7B81-C3C9AF15C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620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D06197AE-C052-6D27-CDAF-692F97BB0F2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/>
        </p:nvSpPr>
        <p:spPr>
          <a:xfrm rot="16200000">
            <a:off x="3127784" y="-2222922"/>
            <a:ext cx="5954726" cy="12210293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5FE3A3-C35F-D8D2-D7E6-DEBCF932A7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52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6" imgH="346" progId="TCLayout.ActiveDocument.1">
                  <p:embed/>
                </p:oleObj>
              </mc:Choice>
              <mc:Fallback>
                <p:oleObj name="think-cell Slide" r:id="rId4" imgW="346" imgH="34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FE3A3-C35F-D8D2-D7E6-DEBCF932A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318BC64-8B05-88DD-5293-022C408684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pic>
        <p:nvPicPr>
          <p:cNvPr id="10" name="Picture 9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7E9FDB4-27BC-D7C1-8520-D162BF613F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2B8AD57-09C1-5D14-A3CC-0C0B94F2C0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6946" y="1257300"/>
            <a:ext cx="5187108" cy="490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03BD51F-B2BE-9516-B05B-90F5C26CAD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076" y="1256658"/>
            <a:ext cx="5187108" cy="4910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4F0505BF-B9C6-71C7-CAD7-A1AEC8F1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72346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aily Agenda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2AE2913D-984A-3560-12B7-A6A5543BE6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3644C69-825F-3E57-0FB2-3FFCF646A423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5" name="Picture 4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06084E6E-D4F6-1561-B43A-766BA68ECA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0E688C-ED8B-AC8F-B152-A3F6D963CDF5}"/>
              </a:ext>
            </a:extLst>
          </p:cNvPr>
          <p:cNvSpPr/>
          <p:nvPr userDrawn="1"/>
        </p:nvSpPr>
        <p:spPr>
          <a:xfrm>
            <a:off x="6979691" y="4214758"/>
            <a:ext cx="4114422" cy="138817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DE64FF34-021F-DE61-C167-AC8B384892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5" y="1256658"/>
            <a:ext cx="11323013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1D10040-AB0E-6F57-83AA-A2ADABF1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1154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illustration and short tex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17" name="Picture 16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A48A3A86-BD65-CC0F-3DBD-FBF8455D71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8" name="Freeform 2">
            <a:extLst>
              <a:ext uri="{FF2B5EF4-FFF2-40B4-BE49-F238E27FC236}">
                <a16:creationId xmlns:a16="http://schemas.microsoft.com/office/drawing/2014/main" id="{E1B1DC2F-3084-D8C6-C01F-2C82733C5CA3}"/>
              </a:ext>
            </a:extLst>
          </p:cNvPr>
          <p:cNvSpPr/>
          <p:nvPr userDrawn="1"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3818FA32-6278-D978-E083-A404B3AE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E0FEFF-D53F-D6D1-F79F-AD8E06D580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245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0F0E28AE-E671-DAD5-2E26-713F60C655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65394908-DFB3-A6F1-6091-ABA3AEF7B0CC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7" name="Picture 6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85E4CE78-624C-31B6-7971-E713604D8A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177421223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pictur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69FBC752-4741-3E06-C76B-B74229C68CB2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2" name="Picture 1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6B686C1-E94E-7CD1-B0C8-A46B942CB5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24" name="Picture 2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9530DD54-38C3-38C2-E70C-A1B9B910BD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E04553D-1E1D-DFBC-1E3D-2478CC894A0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6946" y="2109601"/>
            <a:ext cx="5187108" cy="3314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826DCEA-9693-F3E3-6447-32A941EDEB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076" y="2109601"/>
            <a:ext cx="5187108" cy="3314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FD09EB1-38F6-B184-8E12-0CEB75569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5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81F2A842-B2E1-E477-7B81-C3C9AF15C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596" y="1609778"/>
            <a:ext cx="11322050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4379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rot="16200000">
            <a:off x="3127784" y="-2222922"/>
            <a:ext cx="5954726" cy="12210293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D06197AE-C052-6D27-CDAF-692F97BB0F2E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5FE3A3-C35F-D8D2-D7E6-DEBCF932A7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52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6" imgH="346" progId="TCLayout.ActiveDocument.1">
                  <p:embed/>
                </p:oleObj>
              </mc:Choice>
              <mc:Fallback>
                <p:oleObj name="think-cell Slide" r:id="rId4" imgW="346" imgH="34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FE3A3-C35F-D8D2-D7E6-DEBCF932A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20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318BC64-8B05-88DD-5293-022C4086841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pic>
        <p:nvPicPr>
          <p:cNvPr id="10" name="Picture 9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7E9FDB4-27BC-D7C1-8520-D162BF613F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92B8AD57-09C1-5D14-A3CC-0C0B94F2C05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6946" y="1257300"/>
            <a:ext cx="5187108" cy="490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03BD51F-B2BE-9516-B05B-90F5C26CAD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01076" y="1256658"/>
            <a:ext cx="5187108" cy="4910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9806B42-D1DA-C8EC-BA3E-B5AF5C51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1210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ummary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7">
            <a:extLst>
              <a:ext uri="{FF2B5EF4-FFF2-40B4-BE49-F238E27FC236}">
                <a16:creationId xmlns:a16="http://schemas.microsoft.com/office/drawing/2014/main" id="{6574E8D4-61E3-354D-5708-211BDF88BB61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</a:t>
            </a:r>
            <a:r>
              <a:rPr lang="de-DE" err="1"/>
              <a:t>Thinking</a:t>
            </a:r>
            <a:endParaRPr lang="de-AT" kern="0"/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pic>
        <p:nvPicPr>
          <p:cNvPr id="6" name="Picture 5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EB2909A6-B9D4-59CD-7AD9-84E009D85E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D6051838-CF62-06C0-EA40-B28B4B152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59EDC0-299A-C7B6-018B-44262762A343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6AE474-AA46-17C3-A5F5-81BA38E448AB}"/>
              </a:ext>
            </a:extLst>
          </p:cNvPr>
          <p:cNvSpPr/>
          <p:nvPr userDrawn="1"/>
        </p:nvSpPr>
        <p:spPr>
          <a:xfrm>
            <a:off x="1737125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99AEAF3-D5B1-9D77-97FE-447924688A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65600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5"/>
              </a:buBlip>
              <a:tabLst/>
            </a:pPr>
            <a:r>
              <a:rPr lang="en-US"/>
              <a:t>Second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C77F6F-C11C-4E48-C79A-A2E3CF15869D}"/>
              </a:ext>
            </a:extLst>
          </p:cNvPr>
          <p:cNvGrpSpPr/>
          <p:nvPr userDrawn="1"/>
        </p:nvGrpSpPr>
        <p:grpSpPr>
          <a:xfrm>
            <a:off x="296688" y="2606211"/>
            <a:ext cx="2340000" cy="2340000"/>
            <a:chOff x="87969" y="2606211"/>
            <a:chExt cx="2340000" cy="234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E5C8D23-25F2-B9F5-8E36-366CBBC5FBB7}"/>
                </a:ext>
              </a:extLst>
            </p:cNvPr>
            <p:cNvSpPr/>
            <p:nvPr/>
          </p:nvSpPr>
          <p:spPr>
            <a:xfrm>
              <a:off x="87969" y="2606211"/>
              <a:ext cx="2340000" cy="234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B1C6EE7-4E56-8864-0168-88CF8C57D14C}"/>
                </a:ext>
              </a:extLst>
            </p:cNvPr>
            <p:cNvSpPr/>
            <p:nvPr/>
          </p:nvSpPr>
          <p:spPr>
            <a:xfrm>
              <a:off x="280001" y="2796212"/>
              <a:ext cx="1959999" cy="1959999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en-US" sz="1200" b="1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endParaRPr lang="en-US" sz="1600" b="1">
                <a:solidFill>
                  <a:sysClr val="windowText" lastClr="000000"/>
                </a:solidFill>
              </a:endParaRPr>
            </a:p>
            <a:p>
              <a:pPr algn="ctr">
                <a:spcAft>
                  <a:spcPts val="600"/>
                </a:spcAft>
              </a:pPr>
              <a:endParaRPr lang="en-US" sz="1600" b="1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15345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ask slid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22620AC4-8087-2DAE-0D00-69C1E537F9C6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1737125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165600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3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pic>
        <p:nvPicPr>
          <p:cNvPr id="2" name="Picture 1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F9B435E1-D9E4-6920-03D5-81C9E1547FC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9C408F-AAC9-FD78-4309-7960AE1F7424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5EE873A-2B29-1F5B-12B5-4CDBE31F68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1152" y="2577939"/>
            <a:ext cx="2465776" cy="2396546"/>
            <a:chOff x="-594617" y="1405323"/>
            <a:chExt cx="4916370" cy="4778337"/>
          </a:xfrm>
        </p:grpSpPr>
        <p:pic>
          <p:nvPicPr>
            <p:cNvPr id="33" name="Picture 32" descr="A clipboard with a paper on it&#10;&#10;AI-generated content may be incorrect.">
              <a:extLst>
                <a:ext uri="{FF2B5EF4-FFF2-40B4-BE49-F238E27FC236}">
                  <a16:creationId xmlns:a16="http://schemas.microsoft.com/office/drawing/2014/main" id="{CB3A4A47-3C8E-4A4A-E237-EA92724FE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907040">
              <a:off x="-594617" y="1405323"/>
              <a:ext cx="4823344" cy="4778337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E685C8D-8E25-F405-2DF8-1FAEDD9B8856}"/>
                </a:ext>
              </a:extLst>
            </p:cNvPr>
            <p:cNvGrpSpPr/>
            <p:nvPr/>
          </p:nvGrpSpPr>
          <p:grpSpPr>
            <a:xfrm>
              <a:off x="602047" y="2689818"/>
              <a:ext cx="2193409" cy="2265433"/>
              <a:chOff x="730766" y="2454030"/>
              <a:chExt cx="2193409" cy="226543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A21861DB-773E-54EE-CA7C-E4BD5986EE82}"/>
                  </a:ext>
                </a:extLst>
              </p:cNvPr>
              <p:cNvGrpSpPr/>
              <p:nvPr/>
            </p:nvGrpSpPr>
            <p:grpSpPr>
              <a:xfrm>
                <a:off x="939799" y="2454030"/>
                <a:ext cx="1984376" cy="2265433"/>
                <a:chOff x="939799" y="2454030"/>
                <a:chExt cx="1984376" cy="2265433"/>
              </a:xfrm>
            </p:grpSpPr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0C68CD2F-6AD1-BF3A-F92F-01C8B6EC7A0A}"/>
                    </a:ext>
                  </a:extLst>
                </p:cNvPr>
                <p:cNvSpPr/>
                <p:nvPr/>
              </p:nvSpPr>
              <p:spPr>
                <a:xfrm>
                  <a:off x="939800" y="2454030"/>
                  <a:ext cx="628650" cy="26059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77DA45-008F-3A56-E2FC-E3506E64791F}"/>
                    </a:ext>
                  </a:extLst>
                </p:cNvPr>
                <p:cNvSpPr/>
                <p:nvPr/>
              </p:nvSpPr>
              <p:spPr>
                <a:xfrm>
                  <a:off x="939799" y="2881795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217C7DE-6BF3-083A-CF1A-52B33BEF51ED}"/>
                    </a:ext>
                  </a:extLst>
                </p:cNvPr>
                <p:cNvSpPr/>
                <p:nvPr/>
              </p:nvSpPr>
              <p:spPr>
                <a:xfrm>
                  <a:off x="939799" y="3342170"/>
                  <a:ext cx="1857375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7F424BBB-A41B-9F98-A3AE-C6AF585951AC}"/>
                    </a:ext>
                  </a:extLst>
                </p:cNvPr>
                <p:cNvSpPr/>
                <p:nvPr/>
              </p:nvSpPr>
              <p:spPr>
                <a:xfrm>
                  <a:off x="939799" y="3800629"/>
                  <a:ext cx="1952626" cy="2932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5127310C-93BC-250E-9582-525A839E90E7}"/>
                    </a:ext>
                  </a:extLst>
                </p:cNvPr>
                <p:cNvSpPr/>
                <p:nvPr/>
              </p:nvSpPr>
              <p:spPr>
                <a:xfrm>
                  <a:off x="939799" y="4259088"/>
                  <a:ext cx="1984376" cy="4603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CE980C94-6C49-8CFB-518C-C91449A547B4}"/>
                  </a:ext>
                </a:extLst>
              </p:cNvPr>
              <p:cNvGrpSpPr/>
              <p:nvPr/>
            </p:nvGrpSpPr>
            <p:grpSpPr>
              <a:xfrm>
                <a:off x="730766" y="2644807"/>
                <a:ext cx="324000" cy="288000"/>
                <a:chOff x="-751959" y="2787727"/>
                <a:chExt cx="324000" cy="28800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A6D9E35-484A-F739-278B-CF415A0705FE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176A54B3-D6B4-E377-7C09-A264E2E5842A}"/>
                    </a:ext>
                  </a:extLst>
                </p:cNvPr>
                <p:cNvGrpSpPr/>
                <p:nvPr userDrawn="1"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03EE6713-60C9-C57C-BC0B-362541290474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4" name="Graphic 63" descr="Badge Tick with solid fill">
                    <a:extLst>
                      <a:ext uri="{FF2B5EF4-FFF2-40B4-BE49-F238E27FC236}">
                        <a16:creationId xmlns:a16="http://schemas.microsoft.com/office/drawing/2014/main" id="{F8A64E3D-5F3D-F8A9-CAB9-8283A27FA54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B726283-996E-83CB-77B0-73600B02C564}"/>
                  </a:ext>
                </a:extLst>
              </p:cNvPr>
              <p:cNvGrpSpPr/>
              <p:nvPr/>
            </p:nvGrpSpPr>
            <p:grpSpPr>
              <a:xfrm>
                <a:off x="730876" y="3103928"/>
                <a:ext cx="324000" cy="288000"/>
                <a:chOff x="-751959" y="2787727"/>
                <a:chExt cx="324000" cy="288000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66107567-9886-F905-50C0-C1EE2C5D732C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83977974-AC8E-FAB9-303F-22AB54C0E416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7A546C33-C2D2-7EE8-AEFF-228C09604ABE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60" name="Graphic 59" descr="Badge Tick with solid fill">
                    <a:extLst>
                      <a:ext uri="{FF2B5EF4-FFF2-40B4-BE49-F238E27FC236}">
                        <a16:creationId xmlns:a16="http://schemas.microsoft.com/office/drawing/2014/main" id="{F043197C-074B-599D-6241-D8DF4B1101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39EB4BF-A848-D0FE-9E62-DA704DFC9748}"/>
                  </a:ext>
                </a:extLst>
              </p:cNvPr>
              <p:cNvGrpSpPr/>
              <p:nvPr/>
            </p:nvGrpSpPr>
            <p:grpSpPr>
              <a:xfrm>
                <a:off x="730766" y="3566323"/>
                <a:ext cx="324000" cy="288000"/>
                <a:chOff x="-751959" y="2787727"/>
                <a:chExt cx="324000" cy="288000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532988A1-EAF5-FAE8-D750-2A2C41801FE9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DC96F67-8A9F-7E63-4C7C-ADED96FC66D5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610829B5-3E62-3BDC-21CC-F0221A691AAC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6" name="Graphic 55" descr="Badge Tick with solid fill">
                    <a:extLst>
                      <a:ext uri="{FF2B5EF4-FFF2-40B4-BE49-F238E27FC236}">
                        <a16:creationId xmlns:a16="http://schemas.microsoft.com/office/drawing/2014/main" id="{C07F14BD-1438-7618-8FA5-2E42218530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DF6D9EEF-4DB9-11CE-D6C9-87ECBD69FF82}"/>
                  </a:ext>
                </a:extLst>
              </p:cNvPr>
              <p:cNvGrpSpPr/>
              <p:nvPr/>
            </p:nvGrpSpPr>
            <p:grpSpPr>
              <a:xfrm>
                <a:off x="734091" y="4032461"/>
                <a:ext cx="324000" cy="288000"/>
                <a:chOff x="-751959" y="2787727"/>
                <a:chExt cx="324000" cy="288000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B53053E3-D54B-5CDF-AD6F-C17BBB37278F}"/>
                    </a:ext>
                  </a:extLst>
                </p:cNvPr>
                <p:cNvSpPr/>
                <p:nvPr/>
              </p:nvSpPr>
              <p:spPr>
                <a:xfrm>
                  <a:off x="-751959" y="2787727"/>
                  <a:ext cx="324000" cy="28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malia"/>
                    <a:ea typeface="+mn-ea"/>
                    <a:cs typeface="+mn-cs"/>
                  </a:endParaRP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3B09A85E-17AB-1420-72ED-A554BD90EF1C}"/>
                    </a:ext>
                  </a:extLst>
                </p:cNvPr>
                <p:cNvGrpSpPr/>
                <p:nvPr/>
              </p:nvGrpSpPr>
              <p:grpSpPr>
                <a:xfrm>
                  <a:off x="-733959" y="2807759"/>
                  <a:ext cx="252000" cy="252000"/>
                  <a:chOff x="275945" y="2536807"/>
                  <a:chExt cx="252000" cy="252000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072F1D4C-F173-C90D-A410-58F73E8B0052}"/>
                      </a:ext>
                    </a:extLst>
                  </p:cNvPr>
                  <p:cNvSpPr/>
                  <p:nvPr/>
                </p:nvSpPr>
                <p:spPr>
                  <a:xfrm>
                    <a:off x="275945" y="2536807"/>
                    <a:ext cx="252000" cy="252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Amalia"/>
                      <a:ea typeface="+mn-ea"/>
                      <a:cs typeface="+mn-cs"/>
                    </a:endParaRPr>
                  </a:p>
                </p:txBody>
              </p:sp>
              <p:pic>
                <p:nvPicPr>
                  <p:cNvPr id="52" name="Graphic 51" descr="Badge Tick with solid fill">
                    <a:extLst>
                      <a:ext uri="{FF2B5EF4-FFF2-40B4-BE49-F238E27FC236}">
                        <a16:creationId xmlns:a16="http://schemas.microsoft.com/office/drawing/2014/main" id="{7D79133B-7A8D-4552-31C8-7F7D502916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rcRect l="25604" t="26041" r="27357" b="26042"/>
                  <a:stretch/>
                </p:blipFill>
                <p:spPr>
                  <a:xfrm>
                    <a:off x="295923" y="2554807"/>
                    <a:ext cx="212043" cy="216000"/>
                  </a:xfrm>
                  <a:prstGeom prst="flowChartConnector">
                    <a:avLst/>
                  </a:prstGeom>
                </p:spPr>
              </p:pic>
            </p:grpSp>
          </p:grpSp>
        </p:grpSp>
        <p:pic>
          <p:nvPicPr>
            <p:cNvPr id="43" name="Picture 42" descr="A pencil with a pointy tip&#10;&#10;AI-generated content may be incorrect.">
              <a:extLst>
                <a:ext uri="{FF2B5EF4-FFF2-40B4-BE49-F238E27FC236}">
                  <a16:creationId xmlns:a16="http://schemas.microsoft.com/office/drawing/2014/main" id="{7383AB4E-D5B3-9CFD-06B1-349D01551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71541">
              <a:off x="2639181" y="3761949"/>
              <a:ext cx="1678685" cy="1686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98642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with text and image">
    <p:bg>
      <p:bgPr>
        <a:blipFill dpi="0" rotWithShape="1">
          <a:blip r:embed="rId2" cstate="print">
            <a:lum/>
          </a:blip>
          <a:srcRect/>
          <a:stretch>
            <a:fillRect l="-100" t="-100" r="-100" b="-1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063A69F-3616-30D9-2351-A568CF1F8B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0" y="0"/>
            <a:ext cx="12195175" cy="6861328"/>
          </a:xfrm>
          <a:custGeom>
            <a:avLst/>
            <a:gdLst>
              <a:gd name="connsiteX0" fmla="*/ 4291 w 12195175"/>
              <a:gd name="connsiteY0" fmla="*/ 6859588 h 6861328"/>
              <a:gd name="connsiteX1" fmla="*/ 5581594 w 12195175"/>
              <a:gd name="connsiteY1" fmla="*/ 6859588 h 6861328"/>
              <a:gd name="connsiteX2" fmla="*/ 5579868 w 12195175"/>
              <a:gd name="connsiteY2" fmla="*/ 6861328 h 6861328"/>
              <a:gd name="connsiteX3" fmla="*/ 6000280 w 12195175"/>
              <a:gd name="connsiteY3" fmla="*/ 0 h 6861328"/>
              <a:gd name="connsiteX4" fmla="*/ 12195175 w 12195175"/>
              <a:gd name="connsiteY4" fmla="*/ 0 h 6861328"/>
              <a:gd name="connsiteX5" fmla="*/ 12195175 w 12195175"/>
              <a:gd name="connsiteY5" fmla="*/ 6859588 h 6861328"/>
              <a:gd name="connsiteX6" fmla="*/ 5581594 w 12195175"/>
              <a:gd name="connsiteY6" fmla="*/ 6859588 h 6861328"/>
              <a:gd name="connsiteX7" fmla="*/ 5891323 w 12195175"/>
              <a:gd name="connsiteY7" fmla="*/ 6547210 h 6861328"/>
              <a:gd name="connsiteX8" fmla="*/ 5997804 w 12195175"/>
              <a:gd name="connsiteY8" fmla="*/ 6344898 h 6861328"/>
              <a:gd name="connsiteX9" fmla="*/ 6000280 w 12195175"/>
              <a:gd name="connsiteY9" fmla="*/ 0 h 6861328"/>
              <a:gd name="connsiteX10" fmla="*/ 0 w 12195175"/>
              <a:gd name="connsiteY10" fmla="*/ 0 h 6861328"/>
              <a:gd name="connsiteX11" fmla="*/ 4292 w 12195175"/>
              <a:gd name="connsiteY11" fmla="*/ 0 h 6861328"/>
              <a:gd name="connsiteX12" fmla="*/ 4291 w 12195175"/>
              <a:gd name="connsiteY12" fmla="*/ 6859588 h 6861328"/>
              <a:gd name="connsiteX13" fmla="*/ 0 w 12195175"/>
              <a:gd name="connsiteY13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5175" h="6861328">
                <a:moveTo>
                  <a:pt x="4291" y="6859588"/>
                </a:moveTo>
                <a:lnTo>
                  <a:pt x="5581594" y="6859588"/>
                </a:lnTo>
                <a:lnTo>
                  <a:pt x="5579868" y="6861328"/>
                </a:lnTo>
                <a:close/>
                <a:moveTo>
                  <a:pt x="6000280" y="0"/>
                </a:moveTo>
                <a:lnTo>
                  <a:pt x="12195175" y="0"/>
                </a:lnTo>
                <a:lnTo>
                  <a:pt x="12195175" y="6859588"/>
                </a:lnTo>
                <a:lnTo>
                  <a:pt x="5581594" y="6859588"/>
                </a:lnTo>
                <a:lnTo>
                  <a:pt x="5891323" y="6547210"/>
                </a:lnTo>
                <a:cubicBezTo>
                  <a:pt x="5958263" y="6480608"/>
                  <a:pt x="5997743" y="6394128"/>
                  <a:pt x="5997804" y="6344898"/>
                </a:cubicBezTo>
                <a:cubicBezTo>
                  <a:pt x="5996029" y="6046753"/>
                  <a:pt x="6002055" y="298145"/>
                  <a:pt x="6000280" y="0"/>
                </a:cubicBezTo>
                <a:close/>
                <a:moveTo>
                  <a:pt x="0" y="0"/>
                </a:moveTo>
                <a:lnTo>
                  <a:pt x="4292" y="0"/>
                </a:lnTo>
                <a:cubicBezTo>
                  <a:pt x="4292" y="2286529"/>
                  <a:pt x="4291" y="4573059"/>
                  <a:pt x="4291" y="6859588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AT"/>
          </a:p>
        </p:txBody>
      </p:sp>
      <p:sp>
        <p:nvSpPr>
          <p:cNvPr id="12" name="Freeform 11"/>
          <p:cNvSpPr/>
          <p:nvPr/>
        </p:nvSpPr>
        <p:spPr>
          <a:xfrm>
            <a:off x="0" y="0"/>
            <a:ext cx="599776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7764" h="6861328">
                <a:moveTo>
                  <a:pt x="0" y="6859588"/>
                </a:moveTo>
                <a:lnTo>
                  <a:pt x="5575577" y="6861328"/>
                </a:lnTo>
                <a:lnTo>
                  <a:pt x="5887032" y="6547210"/>
                </a:lnTo>
                <a:cubicBezTo>
                  <a:pt x="5953972" y="6480608"/>
                  <a:pt x="5993452" y="6394128"/>
                  <a:pt x="5993513" y="6344898"/>
                </a:cubicBezTo>
                <a:cubicBezTo>
                  <a:pt x="5991738" y="6046753"/>
                  <a:pt x="5997764" y="298145"/>
                  <a:pt x="5995989" y="0"/>
                </a:cubicBezTo>
                <a:lnTo>
                  <a:pt x="1" y="0"/>
                </a:lnTo>
                <a:cubicBezTo>
                  <a:pt x="1" y="2286529"/>
                  <a:pt x="0" y="4573059"/>
                  <a:pt x="0" y="6859588"/>
                </a:cubicBezTo>
                <a:close/>
              </a:path>
            </a:pathLst>
          </a:cu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0" y="0"/>
            <a:ext cx="526030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737458 w 5997764"/>
              <a:gd name="connsiteY5" fmla="*/ 0 h 6861328"/>
              <a:gd name="connsiteX6" fmla="*/ 0 w 5997764"/>
              <a:gd name="connsiteY6" fmla="*/ 6859588 h 6861328"/>
              <a:gd name="connsiteX0" fmla="*/ 0 w 5260306"/>
              <a:gd name="connsiteY0" fmla="*/ 6859588 h 6861328"/>
              <a:gd name="connsiteX1" fmla="*/ 4838119 w 5260306"/>
              <a:gd name="connsiteY1" fmla="*/ 6861328 h 6861328"/>
              <a:gd name="connsiteX2" fmla="*/ 5149574 w 5260306"/>
              <a:gd name="connsiteY2" fmla="*/ 6547210 h 6861328"/>
              <a:gd name="connsiteX3" fmla="*/ 5256055 w 5260306"/>
              <a:gd name="connsiteY3" fmla="*/ 6344898 h 6861328"/>
              <a:gd name="connsiteX4" fmla="*/ 5258531 w 5260306"/>
              <a:gd name="connsiteY4" fmla="*/ 0 h 6861328"/>
              <a:gd name="connsiteX5" fmla="*/ 0 w 5260306"/>
              <a:gd name="connsiteY5" fmla="*/ 0 h 6861328"/>
              <a:gd name="connsiteX6" fmla="*/ 0 w 526030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0306" h="6861328">
                <a:moveTo>
                  <a:pt x="0" y="6859588"/>
                </a:moveTo>
                <a:lnTo>
                  <a:pt x="4838119" y="6861328"/>
                </a:lnTo>
                <a:lnTo>
                  <a:pt x="5149574" y="6547210"/>
                </a:lnTo>
                <a:cubicBezTo>
                  <a:pt x="5216514" y="6480608"/>
                  <a:pt x="5255994" y="6394128"/>
                  <a:pt x="5256055" y="6344898"/>
                </a:cubicBezTo>
                <a:cubicBezTo>
                  <a:pt x="5254280" y="6046753"/>
                  <a:pt x="5260306" y="298145"/>
                  <a:pt x="525853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7318226"/>
            <a:ext cx="12195175" cy="41044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6371816" tIns="467986" rIns="755978" bIns="0" rtlCol="0">
            <a:noAutofit/>
          </a:bodyPr>
          <a:lstStyle/>
          <a:p>
            <a:r>
              <a:rPr lang="en-US" sz="1400" b="1">
                <a:solidFill>
                  <a:schemeClr val="tx2"/>
                </a:solidFill>
                <a:latin typeface="+mn-lt"/>
              </a:rPr>
              <a:t>INSTRUCTIONS</a:t>
            </a:r>
            <a:r>
              <a:rPr lang="en-US" sz="1400" b="1" baseline="0">
                <a:solidFill>
                  <a:schemeClr val="tx2"/>
                </a:solidFill>
                <a:latin typeface="+mn-lt"/>
              </a:rPr>
              <a:t>: </a:t>
            </a:r>
            <a:r>
              <a:rPr lang="en-US" sz="1400">
                <a:solidFill>
                  <a:schemeClr val="tx2"/>
                </a:solidFill>
                <a:latin typeface="+mn-lt"/>
              </a:rPr>
              <a:t>To insert a background </a:t>
            </a:r>
          </a:p>
          <a:p>
            <a:r>
              <a:rPr lang="en-US" sz="1400">
                <a:solidFill>
                  <a:schemeClr val="tx2"/>
                </a:solidFill>
                <a:latin typeface="Amalia Medium" pitchFamily="34" charset="0"/>
              </a:rPr>
              <a:t>Right click </a:t>
            </a:r>
            <a:r>
              <a:rPr lang="en-US" sz="1400">
                <a:solidFill>
                  <a:schemeClr val="tx2"/>
                </a:solidFill>
                <a:latin typeface="+mn-lt"/>
              </a:rPr>
              <a:t>the background area (being careful not to click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 on any text boxes) </a:t>
            </a:r>
          </a:p>
          <a:p>
            <a:r>
              <a:rPr lang="en-US" sz="1400">
                <a:solidFill>
                  <a:schemeClr val="tx2"/>
                </a:solidFill>
                <a:latin typeface="+mn-lt"/>
              </a:rPr>
              <a:t>A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 menu will pop up. From is select </a:t>
            </a:r>
            <a:r>
              <a:rPr lang="en-US" sz="1400" baseline="0">
                <a:solidFill>
                  <a:schemeClr val="tx2"/>
                </a:solidFill>
                <a:latin typeface="Amalia Medium" pitchFamily="34" charset="0"/>
              </a:rPr>
              <a:t>Format background 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this will launch a window. 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With the </a:t>
            </a:r>
            <a:r>
              <a:rPr lang="en-US" sz="1400" baseline="0">
                <a:solidFill>
                  <a:schemeClr val="tx2"/>
                </a:solidFill>
                <a:latin typeface="Amalia Medium" pitchFamily="34" charset="0"/>
              </a:rPr>
              <a:t>Fill tab 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selected, click on the </a:t>
            </a:r>
            <a:r>
              <a:rPr lang="en-US" sz="1400" baseline="0">
                <a:solidFill>
                  <a:schemeClr val="tx2"/>
                </a:solidFill>
                <a:latin typeface="Amalia Medium" pitchFamily="34" charset="0"/>
              </a:rPr>
              <a:t>Picture or texture fill 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then click the </a:t>
            </a:r>
            <a:r>
              <a:rPr lang="en-US" sz="1400" baseline="0">
                <a:solidFill>
                  <a:schemeClr val="tx2"/>
                </a:solidFill>
                <a:latin typeface="Amalia Medium" pitchFamily="34" charset="0"/>
              </a:rPr>
              <a:t>Insert from: (select) File… button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Make sure all Offsets are set to 0%</a:t>
            </a:r>
          </a:p>
          <a:p>
            <a:endParaRPr lang="en-US" sz="1400" baseline="0">
              <a:solidFill>
                <a:schemeClr val="tx2"/>
              </a:solidFill>
              <a:latin typeface="+mn-lt"/>
            </a:endParaRPr>
          </a:p>
          <a:p>
            <a:r>
              <a:rPr lang="en-US" sz="1400" b="1" baseline="0">
                <a:solidFill>
                  <a:schemeClr val="tx2"/>
                </a:solidFill>
                <a:latin typeface="+mn-lt"/>
              </a:rPr>
              <a:t>NOTE: </a:t>
            </a:r>
            <a:r>
              <a:rPr lang="en-US" sz="1400" baseline="0">
                <a:solidFill>
                  <a:schemeClr val="tx2"/>
                </a:solidFill>
                <a:latin typeface="Amalia Medium" pitchFamily="34" charset="0"/>
              </a:rPr>
              <a:t>The image needs to be the same size as the whole slide (W 33.87cm x H 19.05cm)</a:t>
            </a:r>
            <a:r>
              <a:rPr lang="en-US" sz="1400" baseline="0">
                <a:solidFill>
                  <a:schemeClr val="tx2"/>
                </a:solidFill>
                <a:latin typeface="+mn-lt"/>
              </a:rPr>
              <a:t> if it is not it will distort.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You can bring the image into PowerPoint and crop it to size then save out as a PNG or JPEG if it is not already the correct size.</a:t>
            </a:r>
          </a:p>
          <a:p>
            <a:endParaRPr lang="en-US" sz="1400" baseline="0">
              <a:solidFill>
                <a:schemeClr val="tx2"/>
              </a:solidFill>
              <a:latin typeface="+mn-lt"/>
            </a:endParaRP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 </a:t>
            </a:r>
            <a:endParaRPr lang="en-GB" sz="1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28620-190D-55F6-9574-BB3CE2B8CDE3}"/>
              </a:ext>
            </a:extLst>
          </p:cNvPr>
          <p:cNvSpPr txBox="1"/>
          <p:nvPr/>
        </p:nvSpPr>
        <p:spPr>
          <a:xfrm>
            <a:off x="0" y="-2906910"/>
            <a:ext cx="12195175" cy="22322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lIns="431988" tIns="467986" rIns="755978" bIns="0" rtlCol="0">
            <a:noAutofit/>
          </a:bodyPr>
          <a:lstStyle/>
          <a:p>
            <a:r>
              <a:rPr lang="en-US" sz="1400" b="1">
                <a:solidFill>
                  <a:schemeClr val="tx2"/>
                </a:solidFill>
                <a:latin typeface="+mn-lt"/>
              </a:rPr>
              <a:t>INSTRUCTIONS</a:t>
            </a:r>
            <a:r>
              <a:rPr lang="en-US" sz="1400" b="1" baseline="0">
                <a:solidFill>
                  <a:schemeClr val="tx2"/>
                </a:solidFill>
                <a:latin typeface="+mn-lt"/>
              </a:rPr>
              <a:t>: </a:t>
            </a:r>
            <a:r>
              <a:rPr lang="en-US" sz="1400">
                <a:solidFill>
                  <a:schemeClr val="tx2"/>
                </a:solidFill>
                <a:latin typeface="+mn-lt"/>
              </a:rPr>
              <a:t>To change the picture</a:t>
            </a:r>
          </a:p>
          <a:p>
            <a:r>
              <a:rPr lang="en-US" sz="1400">
                <a:solidFill>
                  <a:schemeClr val="tx2"/>
                </a:solidFill>
                <a:latin typeface="Amalia Medium" pitchFamily="34" charset="0"/>
              </a:rPr>
              <a:t>Double click on the existing image.</a:t>
            </a:r>
            <a:endParaRPr lang="en-US" sz="1400" baseline="0">
              <a:solidFill>
                <a:schemeClr val="tx2"/>
              </a:solidFill>
              <a:latin typeface="+mn-lt"/>
            </a:endParaRP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The picture format tab will open. You will then see a small icon of an image with an arrow. 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Click on the icon and select the image you would like to use. 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Once the image has changed, double click on the new image and click on the crop icon to crop the image. You can crop/ move the image around as required.</a:t>
            </a:r>
          </a:p>
          <a:p>
            <a:r>
              <a:rPr lang="en-US" sz="1400" baseline="0">
                <a:solidFill>
                  <a:schemeClr val="tx2"/>
                </a:solidFill>
                <a:latin typeface="+mn-lt"/>
              </a:rPr>
              <a:t> </a:t>
            </a:r>
            <a:endParaRPr lang="en-GB" sz="140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Title 12">
            <a:extLst>
              <a:ext uri="{FF2B5EF4-FFF2-40B4-BE49-F238E27FC236}">
                <a16:creationId xmlns:a16="http://schemas.microsoft.com/office/drawing/2014/main" id="{E027FD55-6B36-9B2F-C595-E57ECFBA3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48" y="1413570"/>
            <a:ext cx="3672408" cy="800219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66A6EE-2C83-B3C2-5277-EE7A80C7E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6948" y="2323252"/>
            <a:ext cx="3672408" cy="226729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3428DE3-779E-AA7F-8AFF-E1B920187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551" y="2827308"/>
            <a:ext cx="3673475" cy="33123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pic>
        <p:nvPicPr>
          <p:cNvPr id="10" name="Picture 9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95B64A78-D069-8DA9-44DD-F4F8FDBA10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4213066" y="186138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2" name="Picture 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91BD6A23-B8E8-B3E0-6320-3036109C4C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15" name="Freeform 7">
            <a:extLst>
              <a:ext uri="{FF2B5EF4-FFF2-40B4-BE49-F238E27FC236}">
                <a16:creationId xmlns:a16="http://schemas.microsoft.com/office/drawing/2014/main" id="{7F124321-6157-95CB-A1D8-5467CD903B9A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476675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3 Columns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7">
            <a:extLst>
              <a:ext uri="{FF2B5EF4-FFF2-40B4-BE49-F238E27FC236}">
                <a16:creationId xmlns:a16="http://schemas.microsoft.com/office/drawing/2014/main" id="{ADB3B779-9385-60AD-A33B-B32C64BEF8DC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 userDrawn="1"/>
        </p:nvSpPr>
        <p:spPr>
          <a:xfrm>
            <a:off x="2785219" y="0"/>
            <a:ext cx="5332676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665088 w 5997764"/>
              <a:gd name="connsiteY5" fmla="*/ 0 h 6861328"/>
              <a:gd name="connsiteX6" fmla="*/ 0 w 5997764"/>
              <a:gd name="connsiteY6" fmla="*/ 6859588 h 6861328"/>
              <a:gd name="connsiteX0" fmla="*/ 0 w 5332676"/>
              <a:gd name="connsiteY0" fmla="*/ 6859588 h 6861328"/>
              <a:gd name="connsiteX1" fmla="*/ 4910489 w 5332676"/>
              <a:gd name="connsiteY1" fmla="*/ 6861328 h 6861328"/>
              <a:gd name="connsiteX2" fmla="*/ 5221944 w 5332676"/>
              <a:gd name="connsiteY2" fmla="*/ 6547210 h 6861328"/>
              <a:gd name="connsiteX3" fmla="*/ 5328425 w 5332676"/>
              <a:gd name="connsiteY3" fmla="*/ 6344898 h 6861328"/>
              <a:gd name="connsiteX4" fmla="*/ 5330901 w 5332676"/>
              <a:gd name="connsiteY4" fmla="*/ 0 h 6861328"/>
              <a:gd name="connsiteX5" fmla="*/ 0 w 5332676"/>
              <a:gd name="connsiteY5" fmla="*/ 0 h 6861328"/>
              <a:gd name="connsiteX6" fmla="*/ 0 w 5332676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2676" h="6861328">
                <a:moveTo>
                  <a:pt x="0" y="6859588"/>
                </a:moveTo>
                <a:lnTo>
                  <a:pt x="4910489" y="6861328"/>
                </a:lnTo>
                <a:lnTo>
                  <a:pt x="5221944" y="6547210"/>
                </a:lnTo>
                <a:cubicBezTo>
                  <a:pt x="5288884" y="6480608"/>
                  <a:pt x="5328364" y="6394128"/>
                  <a:pt x="5328425" y="6344898"/>
                </a:cubicBezTo>
                <a:cubicBezTo>
                  <a:pt x="5326650" y="6046753"/>
                  <a:pt x="5332676" y="298145"/>
                  <a:pt x="5330901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rgbClr val="F8F6F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reeform 12"/>
          <p:cNvSpPr/>
          <p:nvPr userDrawn="1"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0"/>
          </p:nvPr>
        </p:nvSpPr>
        <p:spPr>
          <a:xfrm>
            <a:off x="336550" y="2181609"/>
            <a:ext cx="363633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Content Placeholder 5"/>
          <p:cNvSpPr>
            <a:spLocks noGrp="1"/>
          </p:cNvSpPr>
          <p:nvPr>
            <p:ph sz="quarter" idx="14"/>
          </p:nvPr>
        </p:nvSpPr>
        <p:spPr>
          <a:xfrm>
            <a:off x="4369246" y="2181609"/>
            <a:ext cx="363633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6"/>
          </p:nvPr>
        </p:nvSpPr>
        <p:spPr>
          <a:xfrm>
            <a:off x="8302533" y="2181609"/>
            <a:ext cx="363633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E832644B-A027-3D0A-F973-728D68BC09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1711251"/>
            <a:ext cx="3500784" cy="2063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EDDEC01-4450-8F95-6FC7-C320B95C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1105722"/>
            <a:ext cx="11315701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421F079-66D5-3CCD-A8B4-55CF0C02A14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6550" y="6276658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438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088776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63316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17755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721940" algn="l" defTabSz="108877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3266328" algn="l" defTabSz="108877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810716" algn="l" defTabSz="108877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4355104" algn="l" defTabSz="1088776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de-DE"/>
              <a:t>Presentation title here (+change for all slides!)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34D3C4-07C3-34D4-289D-6054473A002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80" y="186448"/>
            <a:ext cx="2063213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925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2">
            <a:extLst>
              <a:ext uri="{FF2B5EF4-FFF2-40B4-BE49-F238E27FC236}">
                <a16:creationId xmlns:a16="http://schemas.microsoft.com/office/drawing/2014/main" id="{DA8FC628-1ED7-71FF-6B10-DD4688B824E6}"/>
              </a:ext>
            </a:extLst>
          </p:cNvPr>
          <p:cNvSpPr/>
          <p:nvPr userDrawn="1"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itel 6">
            <a:extLst>
              <a:ext uri="{FF2B5EF4-FFF2-40B4-BE49-F238E27FC236}">
                <a16:creationId xmlns:a16="http://schemas.microsoft.com/office/drawing/2014/main" id="{83157164-EE45-5B5B-FF9F-74BCE64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02" y="1659247"/>
            <a:ext cx="3431666" cy="834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2ACA404-7520-62E8-1183-0124375436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550" y="2827479"/>
            <a:ext cx="343166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D99DD5D-50F4-8CBD-8183-313622A37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1427" y="1329180"/>
            <a:ext cx="7185123" cy="4630296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D2DCA9D3-1119-FD59-C20C-974899E755C5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690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3E262F00-04AC-AB85-2A47-E13DBEEA56B7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Rectangle: Top Corners One Rounded and One Snipped 7">
            <a:extLst>
              <a:ext uri="{FF2B5EF4-FFF2-40B4-BE49-F238E27FC236}">
                <a16:creationId xmlns:a16="http://schemas.microsoft.com/office/drawing/2014/main" id="{95C46C66-3500-657F-5249-C425A642ADA5}"/>
              </a:ext>
            </a:extLst>
          </p:cNvPr>
          <p:cNvSpPr/>
          <p:nvPr userDrawn="1"/>
        </p:nvSpPr>
        <p:spPr>
          <a:xfrm rot="10800000" flipH="1">
            <a:off x="4581427" y="1329178"/>
            <a:ext cx="7185123" cy="4630298"/>
          </a:xfrm>
          <a:prstGeom prst="snipRoundRect">
            <a:avLst>
              <a:gd name="adj1" fmla="val 0"/>
              <a:gd name="adj2" fmla="val 161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lia"/>
              <a:ea typeface="+mn-ea"/>
              <a:cs typeface="+mn-cs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DA8FC628-1ED7-71FF-6B10-DD4688B824E6}"/>
              </a:ext>
            </a:extLst>
          </p:cNvPr>
          <p:cNvSpPr/>
          <p:nvPr userDrawn="1"/>
        </p:nvSpPr>
        <p:spPr>
          <a:xfrm>
            <a:off x="1" y="0"/>
            <a:ext cx="4175940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D75284D1-03EA-F6A7-95A8-92DE35B4B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6292" y="1489434"/>
            <a:ext cx="6955811" cy="4355185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itel 6">
            <a:extLst>
              <a:ext uri="{FF2B5EF4-FFF2-40B4-BE49-F238E27FC236}">
                <a16:creationId xmlns:a16="http://schemas.microsoft.com/office/drawing/2014/main" id="{83157164-EE45-5B5B-FF9F-74BCE64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02" y="1659247"/>
            <a:ext cx="3431666" cy="834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2ACA404-7520-62E8-1183-0124375436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550" y="2827479"/>
            <a:ext cx="3431667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344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7">
            <a:extLst>
              <a:ext uri="{FF2B5EF4-FFF2-40B4-BE49-F238E27FC236}">
                <a16:creationId xmlns:a16="http://schemas.microsoft.com/office/drawing/2014/main" id="{4CAEA6DF-FC47-FBF4-A93B-03C47994F5D9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DA8FC628-1ED7-71FF-6B10-DD4688B824E6}"/>
              </a:ext>
            </a:extLst>
          </p:cNvPr>
          <p:cNvSpPr/>
          <p:nvPr userDrawn="1"/>
        </p:nvSpPr>
        <p:spPr>
          <a:xfrm>
            <a:off x="1" y="0"/>
            <a:ext cx="3174999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itel 6">
            <a:extLst>
              <a:ext uri="{FF2B5EF4-FFF2-40B4-BE49-F238E27FC236}">
                <a16:creationId xmlns:a16="http://schemas.microsoft.com/office/drawing/2014/main" id="{83157164-EE45-5B5B-FF9F-74BCE64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02" y="2052947"/>
            <a:ext cx="2609122" cy="834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2ACA404-7520-62E8-1183-0124375436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550" y="2827479"/>
            <a:ext cx="2609123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D99DD5D-50F4-8CBD-8183-313622A37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95701" y="765498"/>
            <a:ext cx="8070850" cy="5432102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89290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88CA0628-F136-EB6D-1908-50A4CC03099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reeform 12">
            <a:extLst>
              <a:ext uri="{FF2B5EF4-FFF2-40B4-BE49-F238E27FC236}">
                <a16:creationId xmlns:a16="http://schemas.microsoft.com/office/drawing/2014/main" id="{DA8FC628-1ED7-71FF-6B10-DD4688B824E6}"/>
              </a:ext>
            </a:extLst>
          </p:cNvPr>
          <p:cNvSpPr/>
          <p:nvPr userDrawn="1"/>
        </p:nvSpPr>
        <p:spPr>
          <a:xfrm>
            <a:off x="1" y="0"/>
            <a:ext cx="3174999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5940" h="6861328">
                <a:moveTo>
                  <a:pt x="0" y="6859588"/>
                </a:moveTo>
                <a:lnTo>
                  <a:pt x="3753753" y="6861328"/>
                </a:lnTo>
                <a:lnTo>
                  <a:pt x="4065208" y="6547210"/>
                </a:lnTo>
                <a:cubicBezTo>
                  <a:pt x="4132148" y="6480608"/>
                  <a:pt x="4171628" y="6394128"/>
                  <a:pt x="4171689" y="6344898"/>
                </a:cubicBezTo>
                <a:cubicBezTo>
                  <a:pt x="4169914" y="6046753"/>
                  <a:pt x="4175940" y="298145"/>
                  <a:pt x="4174165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2ACA404-7520-62E8-1183-01243754363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36550" y="2827479"/>
            <a:ext cx="2609123" cy="24723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" name="Rectangle: Top Corners One Rounded and One Snipped 1">
            <a:extLst>
              <a:ext uri="{FF2B5EF4-FFF2-40B4-BE49-F238E27FC236}">
                <a16:creationId xmlns:a16="http://schemas.microsoft.com/office/drawing/2014/main" id="{CC3A11DD-C61B-2504-F195-1FF52F1FEB9D}"/>
              </a:ext>
            </a:extLst>
          </p:cNvPr>
          <p:cNvSpPr/>
          <p:nvPr userDrawn="1"/>
        </p:nvSpPr>
        <p:spPr>
          <a:xfrm rot="10800000" flipH="1">
            <a:off x="3708401" y="943298"/>
            <a:ext cx="8020050" cy="5193978"/>
          </a:xfrm>
          <a:prstGeom prst="snipRoundRect">
            <a:avLst>
              <a:gd name="adj1" fmla="val 0"/>
              <a:gd name="adj2" fmla="val 161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lia"/>
              <a:ea typeface="+mn-ea"/>
              <a:cs typeface="+mn-cs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D17B628D-5A75-7678-6137-57957CA15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39912" y="1137046"/>
            <a:ext cx="7764091" cy="4885373"/>
          </a:xfrm>
        </p:spPr>
        <p:txBody>
          <a:bodyPr numCol="2" spcCol="144000"/>
          <a:lstStyle>
            <a:lvl1pPr marL="406400" indent="-406400">
              <a:spcBef>
                <a:spcPts val="2100"/>
              </a:spcBef>
              <a:spcAft>
                <a:spcPts val="0"/>
              </a:spcAft>
              <a:buFont typeface="+mj-lt"/>
              <a:buAutoNum type="arabicPeriod"/>
              <a:defRPr sz="1800">
                <a:solidFill>
                  <a:schemeClr val="tx2"/>
                </a:solidFill>
              </a:defRPr>
            </a:lvl1pPr>
            <a:lvl2pPr marL="579438" indent="-179388">
              <a:spcBef>
                <a:spcPts val="400"/>
              </a:spcBef>
              <a:defRPr>
                <a:solidFill>
                  <a:schemeClr val="tx2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B6936B83-CD25-EA4C-BC6A-9E76E1E1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02" y="2052947"/>
            <a:ext cx="2609122" cy="834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8777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and 1/4 content pag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>
            <a:off x="0" y="0"/>
            <a:ext cx="9086554" cy="686132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1821823 w 5997763"/>
              <a:gd name="connsiteY0" fmla="*/ 6859588 h 6861328"/>
              <a:gd name="connsiteX1" fmla="*/ 5575576 w 5997763"/>
              <a:gd name="connsiteY1" fmla="*/ 6861328 h 6861328"/>
              <a:gd name="connsiteX2" fmla="*/ 5887031 w 5997763"/>
              <a:gd name="connsiteY2" fmla="*/ 6547210 h 6861328"/>
              <a:gd name="connsiteX3" fmla="*/ 5993512 w 5997763"/>
              <a:gd name="connsiteY3" fmla="*/ 6344898 h 6861328"/>
              <a:gd name="connsiteX4" fmla="*/ 5995988 w 5997763"/>
              <a:gd name="connsiteY4" fmla="*/ 0 h 6861328"/>
              <a:gd name="connsiteX5" fmla="*/ 0 w 5997763"/>
              <a:gd name="connsiteY5" fmla="*/ 0 h 6861328"/>
              <a:gd name="connsiteX6" fmla="*/ 1821823 w 5997763"/>
              <a:gd name="connsiteY6" fmla="*/ 6859588 h 6861328"/>
              <a:gd name="connsiteX0" fmla="*/ 0 w 4175940"/>
              <a:gd name="connsiteY0" fmla="*/ 6859588 h 6861328"/>
              <a:gd name="connsiteX1" fmla="*/ 3753753 w 4175940"/>
              <a:gd name="connsiteY1" fmla="*/ 6861328 h 6861328"/>
              <a:gd name="connsiteX2" fmla="*/ 4065208 w 4175940"/>
              <a:gd name="connsiteY2" fmla="*/ 6547210 h 6861328"/>
              <a:gd name="connsiteX3" fmla="*/ 4171689 w 4175940"/>
              <a:gd name="connsiteY3" fmla="*/ 6344898 h 6861328"/>
              <a:gd name="connsiteX4" fmla="*/ 4174165 w 4175940"/>
              <a:gd name="connsiteY4" fmla="*/ 0 h 6861328"/>
              <a:gd name="connsiteX5" fmla="*/ 0 w 4175940"/>
              <a:gd name="connsiteY5" fmla="*/ 0 h 6861328"/>
              <a:gd name="connsiteX6" fmla="*/ 0 w 4175940"/>
              <a:gd name="connsiteY6" fmla="*/ 6859588 h 6861328"/>
              <a:gd name="connsiteX0" fmla="*/ 4910614 w 9086554"/>
              <a:gd name="connsiteY0" fmla="*/ 6859588 h 6861328"/>
              <a:gd name="connsiteX1" fmla="*/ 8664367 w 9086554"/>
              <a:gd name="connsiteY1" fmla="*/ 6861328 h 6861328"/>
              <a:gd name="connsiteX2" fmla="*/ 8975822 w 9086554"/>
              <a:gd name="connsiteY2" fmla="*/ 6547210 h 6861328"/>
              <a:gd name="connsiteX3" fmla="*/ 9082303 w 9086554"/>
              <a:gd name="connsiteY3" fmla="*/ 6344898 h 6861328"/>
              <a:gd name="connsiteX4" fmla="*/ 9084779 w 9086554"/>
              <a:gd name="connsiteY4" fmla="*/ 0 h 6861328"/>
              <a:gd name="connsiteX5" fmla="*/ 0 w 9086554"/>
              <a:gd name="connsiteY5" fmla="*/ 0 h 6861328"/>
              <a:gd name="connsiteX6" fmla="*/ 4910614 w 9086554"/>
              <a:gd name="connsiteY6" fmla="*/ 6859588 h 6861328"/>
              <a:gd name="connsiteX0" fmla="*/ 0 w 9086554"/>
              <a:gd name="connsiteY0" fmla="*/ 6859588 h 6861328"/>
              <a:gd name="connsiteX1" fmla="*/ 8664367 w 9086554"/>
              <a:gd name="connsiteY1" fmla="*/ 6861328 h 6861328"/>
              <a:gd name="connsiteX2" fmla="*/ 8975822 w 9086554"/>
              <a:gd name="connsiteY2" fmla="*/ 6547210 h 6861328"/>
              <a:gd name="connsiteX3" fmla="*/ 9082303 w 9086554"/>
              <a:gd name="connsiteY3" fmla="*/ 6344898 h 6861328"/>
              <a:gd name="connsiteX4" fmla="*/ 9084779 w 9086554"/>
              <a:gd name="connsiteY4" fmla="*/ 0 h 6861328"/>
              <a:gd name="connsiteX5" fmla="*/ 0 w 9086554"/>
              <a:gd name="connsiteY5" fmla="*/ 0 h 6861328"/>
              <a:gd name="connsiteX6" fmla="*/ 0 w 9086554"/>
              <a:gd name="connsiteY6" fmla="*/ 6859588 h 6861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86554" h="6861328">
                <a:moveTo>
                  <a:pt x="0" y="6859588"/>
                </a:moveTo>
                <a:lnTo>
                  <a:pt x="8664367" y="6861328"/>
                </a:lnTo>
                <a:lnTo>
                  <a:pt x="8975822" y="6547210"/>
                </a:lnTo>
                <a:cubicBezTo>
                  <a:pt x="9042762" y="6480608"/>
                  <a:pt x="9082242" y="6394128"/>
                  <a:pt x="9082303" y="6344898"/>
                </a:cubicBezTo>
                <a:cubicBezTo>
                  <a:pt x="9080528" y="6046753"/>
                  <a:pt x="9086554" y="298145"/>
                  <a:pt x="9084779" y="0"/>
                </a:cubicBezTo>
                <a:lnTo>
                  <a:pt x="0" y="0"/>
                </a:lnTo>
                <a:lnTo>
                  <a:pt x="0" y="6859588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0"/>
          </p:nvPr>
        </p:nvSpPr>
        <p:spPr>
          <a:xfrm>
            <a:off x="336550" y="2192506"/>
            <a:ext cx="8398290" cy="3912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5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9330838" y="1768785"/>
            <a:ext cx="2454762" cy="4336201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4200">
                <a:solidFill>
                  <a:schemeClr val="tx2"/>
                </a:solidFill>
                <a:latin typeface="Amalia Medium" pitchFamily="34" charset="0"/>
              </a:defRPr>
            </a:lvl1pPr>
            <a:lvl2pPr marL="0" indent="0">
              <a:lnSpc>
                <a:spcPct val="114000"/>
              </a:lnSpc>
              <a:buFontTx/>
              <a:buNone/>
              <a:defRPr sz="1600" baseline="0">
                <a:solidFill>
                  <a:schemeClr val="tx2"/>
                </a:solidFill>
              </a:defRPr>
            </a:lvl2pPr>
            <a:lvl3pPr marL="0" indent="0">
              <a:buNone/>
              <a:defRPr sz="1400">
                <a:solidFill>
                  <a:schemeClr val="tx2"/>
                </a:solidFill>
              </a:defRPr>
            </a:lvl3pPr>
            <a:lvl4pPr marL="180000">
              <a:spcBef>
                <a:spcPts val="700"/>
              </a:spcBef>
              <a:buFontTx/>
              <a:buBlip>
                <a:blip r:embed="rId2"/>
              </a:buBlip>
              <a:defRPr sz="1400"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2AA749F7-8A9B-9D8B-0FE2-19687816C6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7512" y="1768786"/>
            <a:ext cx="8397328" cy="20417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Amalia Medium" pitchFamily="34" charset="0"/>
              </a:defRPr>
            </a:lvl1pPr>
          </a:lstStyle>
          <a:p>
            <a:pPr lvl="0"/>
            <a:r>
              <a:rPr lang="en-US"/>
              <a:t>Secondary heading goes here – 14pt</a:t>
            </a:r>
            <a:endParaRPr lang="en-GB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DE035EB-6C7B-CF4C-56E4-7FCCA5D1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1105722"/>
            <a:ext cx="8397329" cy="30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E64A218-5386-4DEC-22D5-31C4A352940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180" y="186448"/>
            <a:ext cx="2063213" cy="576000"/>
          </a:xfrm>
          <a:prstGeom prst="rect">
            <a:avLst/>
          </a:prstGeom>
        </p:spPr>
      </p:pic>
      <p:sp>
        <p:nvSpPr>
          <p:cNvPr id="9" name="Freeform 7">
            <a:extLst>
              <a:ext uri="{FF2B5EF4-FFF2-40B4-BE49-F238E27FC236}">
                <a16:creationId xmlns:a16="http://schemas.microsoft.com/office/drawing/2014/main" id="{70737923-16A1-0524-657C-85D8C394198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5397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3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E4B868-0131-AEB9-0D59-6EE382F939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-1" y="0"/>
            <a:ext cx="12195178" cy="6859588"/>
          </a:xfrm>
          <a:custGeom>
            <a:avLst/>
            <a:gdLst>
              <a:gd name="connsiteX0" fmla="*/ 12195175 w 12195178"/>
              <a:gd name="connsiteY0" fmla="*/ 6857391 h 6859588"/>
              <a:gd name="connsiteX1" fmla="*/ 12195178 w 12195178"/>
              <a:gd name="connsiteY1" fmla="*/ 6859588 h 6859588"/>
              <a:gd name="connsiteX2" fmla="*/ 12195175 w 12195178"/>
              <a:gd name="connsiteY2" fmla="*/ 6859588 h 6859588"/>
              <a:gd name="connsiteX3" fmla="*/ 0 w 12195178"/>
              <a:gd name="connsiteY3" fmla="*/ 0 h 6859588"/>
              <a:gd name="connsiteX4" fmla="*/ 12195175 w 12195178"/>
              <a:gd name="connsiteY4" fmla="*/ 0 h 6859588"/>
              <a:gd name="connsiteX5" fmla="*/ 12195175 w 12195178"/>
              <a:gd name="connsiteY5" fmla="*/ 6857391 h 6859588"/>
              <a:gd name="connsiteX6" fmla="*/ 12192340 w 12195178"/>
              <a:gd name="connsiteY6" fmla="*/ 4840917 h 6859588"/>
              <a:gd name="connsiteX7" fmla="*/ 11898506 w 12195178"/>
              <a:gd name="connsiteY7" fmla="*/ 4545015 h 6859588"/>
              <a:gd name="connsiteX8" fmla="*/ 11651193 w 12195178"/>
              <a:gd name="connsiteY8" fmla="*/ 4414806 h 6859588"/>
              <a:gd name="connsiteX9" fmla="*/ 1656 w 12195178"/>
              <a:gd name="connsiteY9" fmla="*/ 4420070 h 6859588"/>
              <a:gd name="connsiteX10" fmla="*/ 0 w 12195178"/>
              <a:gd name="connsiteY10" fmla="*/ 6859588 h 685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5178" h="6859588">
                <a:moveTo>
                  <a:pt x="12195175" y="6857391"/>
                </a:moveTo>
                <a:lnTo>
                  <a:pt x="12195178" y="6859588"/>
                </a:lnTo>
                <a:lnTo>
                  <a:pt x="12195175" y="6859588"/>
                </a:lnTo>
                <a:close/>
                <a:moveTo>
                  <a:pt x="0" y="0"/>
                </a:moveTo>
                <a:lnTo>
                  <a:pt x="12195175" y="0"/>
                </a:lnTo>
                <a:lnTo>
                  <a:pt x="12195175" y="6857391"/>
                </a:lnTo>
                <a:lnTo>
                  <a:pt x="12192340" y="4840917"/>
                </a:lnTo>
                <a:lnTo>
                  <a:pt x="11898506" y="4545015"/>
                </a:lnTo>
                <a:cubicBezTo>
                  <a:pt x="11801963" y="4444425"/>
                  <a:pt x="11762948" y="4423768"/>
                  <a:pt x="11651193" y="4414806"/>
                </a:cubicBezTo>
                <a:cubicBezTo>
                  <a:pt x="11353048" y="4416581"/>
                  <a:pt x="299801" y="4418295"/>
                  <a:pt x="1656" y="4420070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AT"/>
          </a:p>
        </p:txBody>
      </p:sp>
      <p:sp>
        <p:nvSpPr>
          <p:cNvPr id="9" name="Freeform 8"/>
          <p:cNvSpPr/>
          <p:nvPr userDrawn="1"/>
        </p:nvSpPr>
        <p:spPr>
          <a:xfrm rot="16200000">
            <a:off x="4875195" y="-460392"/>
            <a:ext cx="2444782" cy="1219517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4782" h="12195178">
                <a:moveTo>
                  <a:pt x="0" y="12195178"/>
                </a:moveTo>
                <a:lnTo>
                  <a:pt x="2018671" y="12192340"/>
                </a:lnTo>
                <a:lnTo>
                  <a:pt x="2314573" y="11898506"/>
                </a:lnTo>
                <a:cubicBezTo>
                  <a:pt x="2415163" y="11801963"/>
                  <a:pt x="2435820" y="11762948"/>
                  <a:pt x="2444782" y="11651193"/>
                </a:cubicBezTo>
                <a:cubicBezTo>
                  <a:pt x="2443007" y="11353048"/>
                  <a:pt x="2441293" y="299801"/>
                  <a:pt x="2439518" y="1656"/>
                </a:cubicBezTo>
                <a:lnTo>
                  <a:pt x="0" y="0"/>
                </a:lnTo>
                <a:lnTo>
                  <a:pt x="0" y="1219517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07272" y="4955411"/>
            <a:ext cx="6816191" cy="360099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26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07272" y="5875994"/>
            <a:ext cx="6816191" cy="203133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1E74C222-D703-35D3-93D6-B8892FA4F9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31" y="4869954"/>
            <a:ext cx="2087049" cy="576063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72617F34-130E-54F4-673E-090B30868447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-26241" y="4804545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76088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3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4E4B868-0131-AEB9-0D59-6EE382F939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auto">
          <a:xfrm>
            <a:off x="-1" y="0"/>
            <a:ext cx="12195178" cy="6859588"/>
          </a:xfrm>
          <a:custGeom>
            <a:avLst/>
            <a:gdLst>
              <a:gd name="connsiteX0" fmla="*/ 12195175 w 12195178"/>
              <a:gd name="connsiteY0" fmla="*/ 6857391 h 6859588"/>
              <a:gd name="connsiteX1" fmla="*/ 12195178 w 12195178"/>
              <a:gd name="connsiteY1" fmla="*/ 6859588 h 6859588"/>
              <a:gd name="connsiteX2" fmla="*/ 12195175 w 12195178"/>
              <a:gd name="connsiteY2" fmla="*/ 6859588 h 6859588"/>
              <a:gd name="connsiteX3" fmla="*/ 0 w 12195178"/>
              <a:gd name="connsiteY3" fmla="*/ 0 h 6859588"/>
              <a:gd name="connsiteX4" fmla="*/ 12195175 w 12195178"/>
              <a:gd name="connsiteY4" fmla="*/ 0 h 6859588"/>
              <a:gd name="connsiteX5" fmla="*/ 12195175 w 12195178"/>
              <a:gd name="connsiteY5" fmla="*/ 6857391 h 6859588"/>
              <a:gd name="connsiteX6" fmla="*/ 12192340 w 12195178"/>
              <a:gd name="connsiteY6" fmla="*/ 4840917 h 6859588"/>
              <a:gd name="connsiteX7" fmla="*/ 11898506 w 12195178"/>
              <a:gd name="connsiteY7" fmla="*/ 4545015 h 6859588"/>
              <a:gd name="connsiteX8" fmla="*/ 11651193 w 12195178"/>
              <a:gd name="connsiteY8" fmla="*/ 4414806 h 6859588"/>
              <a:gd name="connsiteX9" fmla="*/ 1656 w 12195178"/>
              <a:gd name="connsiteY9" fmla="*/ 4420070 h 6859588"/>
              <a:gd name="connsiteX10" fmla="*/ 0 w 12195178"/>
              <a:gd name="connsiteY10" fmla="*/ 6859588 h 6859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5178" h="6859588">
                <a:moveTo>
                  <a:pt x="12195175" y="6857391"/>
                </a:moveTo>
                <a:lnTo>
                  <a:pt x="12195178" y="6859588"/>
                </a:lnTo>
                <a:lnTo>
                  <a:pt x="12195175" y="6859588"/>
                </a:lnTo>
                <a:close/>
                <a:moveTo>
                  <a:pt x="0" y="0"/>
                </a:moveTo>
                <a:lnTo>
                  <a:pt x="12195175" y="0"/>
                </a:lnTo>
                <a:lnTo>
                  <a:pt x="12195175" y="6857391"/>
                </a:lnTo>
                <a:lnTo>
                  <a:pt x="12192340" y="4840917"/>
                </a:lnTo>
                <a:lnTo>
                  <a:pt x="11898506" y="4545015"/>
                </a:lnTo>
                <a:cubicBezTo>
                  <a:pt x="11801963" y="4444425"/>
                  <a:pt x="11762948" y="4423768"/>
                  <a:pt x="11651193" y="4414806"/>
                </a:cubicBezTo>
                <a:cubicBezTo>
                  <a:pt x="11353048" y="4416581"/>
                  <a:pt x="299801" y="4418295"/>
                  <a:pt x="1656" y="4420070"/>
                </a:cubicBezTo>
                <a:lnTo>
                  <a:pt x="0" y="6859588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AT"/>
          </a:p>
        </p:txBody>
      </p:sp>
      <p:sp>
        <p:nvSpPr>
          <p:cNvPr id="9" name="Freeform 8"/>
          <p:cNvSpPr/>
          <p:nvPr userDrawn="1"/>
        </p:nvSpPr>
        <p:spPr>
          <a:xfrm rot="16200000">
            <a:off x="4875195" y="-460392"/>
            <a:ext cx="2444782" cy="12195178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44782" h="12195178">
                <a:moveTo>
                  <a:pt x="0" y="12195178"/>
                </a:moveTo>
                <a:lnTo>
                  <a:pt x="2018671" y="12192340"/>
                </a:lnTo>
                <a:lnTo>
                  <a:pt x="2314573" y="11898506"/>
                </a:lnTo>
                <a:cubicBezTo>
                  <a:pt x="2415163" y="11801963"/>
                  <a:pt x="2435820" y="11762948"/>
                  <a:pt x="2444782" y="11651193"/>
                </a:cubicBezTo>
                <a:cubicBezTo>
                  <a:pt x="2443007" y="11353048"/>
                  <a:pt x="2441293" y="299801"/>
                  <a:pt x="2439518" y="1656"/>
                </a:cubicBezTo>
                <a:lnTo>
                  <a:pt x="0" y="0"/>
                </a:lnTo>
                <a:lnTo>
                  <a:pt x="0" y="1219517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107272" y="4955411"/>
            <a:ext cx="6816191" cy="360099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2600" b="1" spc="-3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07272" y="5875994"/>
            <a:ext cx="6816191" cy="203133"/>
          </a:xfrm>
        </p:spPr>
        <p:txBody>
          <a:bodyPr wrap="square">
            <a:spAutoFit/>
          </a:bodyPr>
          <a:lstStyle>
            <a:lvl1pPr marL="0" marR="0" indent="0" algn="l" defTabSz="1088776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10758248" y="4982389"/>
            <a:ext cx="1009356" cy="1442147"/>
          </a:xfrm>
          <a:custGeom>
            <a:avLst/>
            <a:gdLst>
              <a:gd name="connsiteX0" fmla="*/ 0 w 3498574"/>
              <a:gd name="connsiteY0" fmla="*/ 533873 h 5009322"/>
              <a:gd name="connsiteX1" fmla="*/ 1965108 w 3498574"/>
              <a:gd name="connsiteY1" fmla="*/ 2498981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53550 w 3498574"/>
              <a:gd name="connsiteY1" fmla="*/ 2482688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498574"/>
              <a:gd name="connsiteY0" fmla="*/ 533873 h 5009322"/>
              <a:gd name="connsiteX1" fmla="*/ 1941992 w 3498574"/>
              <a:gd name="connsiteY1" fmla="*/ 2497200 h 5009322"/>
              <a:gd name="connsiteX2" fmla="*/ 0 w 3498574"/>
              <a:gd name="connsiteY2" fmla="*/ 4464089 h 5009322"/>
              <a:gd name="connsiteX3" fmla="*/ 420284 w 3498574"/>
              <a:gd name="connsiteY3" fmla="*/ 4907091 h 5009322"/>
              <a:gd name="connsiteX4" fmla="*/ 761054 w 3498574"/>
              <a:gd name="connsiteY4" fmla="*/ 5009322 h 5009322"/>
              <a:gd name="connsiteX5" fmla="*/ 1124542 w 3498574"/>
              <a:gd name="connsiteY5" fmla="*/ 4884373 h 5009322"/>
              <a:gd name="connsiteX6" fmla="*/ 3498574 w 3498574"/>
              <a:gd name="connsiteY6" fmla="*/ 2510340 h 5009322"/>
              <a:gd name="connsiteX7" fmla="*/ 1067747 w 3498574"/>
              <a:gd name="connsiteY7" fmla="*/ 90872 h 5009322"/>
              <a:gd name="connsiteX8" fmla="*/ 726977 w 3498574"/>
              <a:gd name="connsiteY8" fmla="*/ 0 h 5009322"/>
              <a:gd name="connsiteX9" fmla="*/ 454361 w 3498574"/>
              <a:gd name="connsiteY9" fmla="*/ 102231 h 5009322"/>
              <a:gd name="connsiteX10" fmla="*/ 0 w 3498574"/>
              <a:gd name="connsiteY10" fmla="*/ 533873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465050 w 3509263"/>
              <a:gd name="connsiteY9" fmla="*/ 102231 h 5009322"/>
              <a:gd name="connsiteX10" fmla="*/ 0 w 3509263"/>
              <a:gd name="connsiteY10" fmla="*/ 538314 h 5009322"/>
              <a:gd name="connsiteX0" fmla="*/ 0 w 3509263"/>
              <a:gd name="connsiteY0" fmla="*/ 538314 h 5009322"/>
              <a:gd name="connsiteX1" fmla="*/ 1952681 w 3509263"/>
              <a:gd name="connsiteY1" fmla="*/ 2497200 h 5009322"/>
              <a:gd name="connsiteX2" fmla="*/ 10689 w 3509263"/>
              <a:gd name="connsiteY2" fmla="*/ 4464089 h 5009322"/>
              <a:gd name="connsiteX3" fmla="*/ 430973 w 3509263"/>
              <a:gd name="connsiteY3" fmla="*/ 4907091 h 5009322"/>
              <a:gd name="connsiteX4" fmla="*/ 771743 w 3509263"/>
              <a:gd name="connsiteY4" fmla="*/ 5009322 h 5009322"/>
              <a:gd name="connsiteX5" fmla="*/ 1135231 w 3509263"/>
              <a:gd name="connsiteY5" fmla="*/ 4884373 h 5009322"/>
              <a:gd name="connsiteX6" fmla="*/ 3509263 w 3509263"/>
              <a:gd name="connsiteY6" fmla="*/ 2510340 h 5009322"/>
              <a:gd name="connsiteX7" fmla="*/ 1078436 w 3509263"/>
              <a:gd name="connsiteY7" fmla="*/ 90872 h 5009322"/>
              <a:gd name="connsiteX8" fmla="*/ 737666 w 3509263"/>
              <a:gd name="connsiteY8" fmla="*/ 0 h 5009322"/>
              <a:gd name="connsiteX9" fmla="*/ 397553 w 3509263"/>
              <a:gd name="connsiteY9" fmla="*/ 157556 h 5009322"/>
              <a:gd name="connsiteX10" fmla="*/ 0 w 3509263"/>
              <a:gd name="connsiteY10" fmla="*/ 538314 h 5009322"/>
              <a:gd name="connsiteX0" fmla="*/ 0 w 3509263"/>
              <a:gd name="connsiteY0" fmla="*/ 865832 h 5336840"/>
              <a:gd name="connsiteX1" fmla="*/ 1952681 w 3509263"/>
              <a:gd name="connsiteY1" fmla="*/ 2824718 h 5336840"/>
              <a:gd name="connsiteX2" fmla="*/ 10689 w 3509263"/>
              <a:gd name="connsiteY2" fmla="*/ 4791607 h 5336840"/>
              <a:gd name="connsiteX3" fmla="*/ 430973 w 3509263"/>
              <a:gd name="connsiteY3" fmla="*/ 5234609 h 5336840"/>
              <a:gd name="connsiteX4" fmla="*/ 771743 w 3509263"/>
              <a:gd name="connsiteY4" fmla="*/ 5336840 h 5336840"/>
              <a:gd name="connsiteX5" fmla="*/ 1135231 w 3509263"/>
              <a:gd name="connsiteY5" fmla="*/ 5211891 h 5336840"/>
              <a:gd name="connsiteX6" fmla="*/ 3509263 w 3509263"/>
              <a:gd name="connsiteY6" fmla="*/ 2837858 h 5336840"/>
              <a:gd name="connsiteX7" fmla="*/ 1078436 w 3509263"/>
              <a:gd name="connsiteY7" fmla="*/ 418390 h 5336840"/>
              <a:gd name="connsiteX8" fmla="*/ 737666 w 3509263"/>
              <a:gd name="connsiteY8" fmla="*/ 327518 h 5336840"/>
              <a:gd name="connsiteX9" fmla="*/ 397553 w 3509263"/>
              <a:gd name="connsiteY9" fmla="*/ 485074 h 5336840"/>
              <a:gd name="connsiteX10" fmla="*/ 0 w 3509263"/>
              <a:gd name="connsiteY10" fmla="*/ 865832 h 5336840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9428 h 5020436"/>
              <a:gd name="connsiteX1" fmla="*/ 1952681 w 3509263"/>
              <a:gd name="connsiteY1" fmla="*/ 2508314 h 5020436"/>
              <a:gd name="connsiteX2" fmla="*/ 10689 w 3509263"/>
              <a:gd name="connsiteY2" fmla="*/ 4475203 h 5020436"/>
              <a:gd name="connsiteX3" fmla="*/ 430973 w 3509263"/>
              <a:gd name="connsiteY3" fmla="*/ 4918205 h 5020436"/>
              <a:gd name="connsiteX4" fmla="*/ 771743 w 3509263"/>
              <a:gd name="connsiteY4" fmla="*/ 5020436 h 5020436"/>
              <a:gd name="connsiteX5" fmla="*/ 1135231 w 3509263"/>
              <a:gd name="connsiteY5" fmla="*/ 4895487 h 5020436"/>
              <a:gd name="connsiteX6" fmla="*/ 3509263 w 3509263"/>
              <a:gd name="connsiteY6" fmla="*/ 2521454 h 5020436"/>
              <a:gd name="connsiteX7" fmla="*/ 1078436 w 3509263"/>
              <a:gd name="connsiteY7" fmla="*/ 101986 h 5020436"/>
              <a:gd name="connsiteX8" fmla="*/ 737666 w 3509263"/>
              <a:gd name="connsiteY8" fmla="*/ 11114 h 5020436"/>
              <a:gd name="connsiteX9" fmla="*/ 397553 w 3509263"/>
              <a:gd name="connsiteY9" fmla="*/ 168670 h 5020436"/>
              <a:gd name="connsiteX10" fmla="*/ 0 w 3509263"/>
              <a:gd name="connsiteY10" fmla="*/ 549428 h 5020436"/>
              <a:gd name="connsiteX0" fmla="*/ 0 w 3509263"/>
              <a:gd name="connsiteY0" fmla="*/ 542840 h 5013848"/>
              <a:gd name="connsiteX1" fmla="*/ 1952681 w 3509263"/>
              <a:gd name="connsiteY1" fmla="*/ 2501726 h 5013848"/>
              <a:gd name="connsiteX2" fmla="*/ 10689 w 3509263"/>
              <a:gd name="connsiteY2" fmla="*/ 4468615 h 5013848"/>
              <a:gd name="connsiteX3" fmla="*/ 430973 w 3509263"/>
              <a:gd name="connsiteY3" fmla="*/ 4911617 h 5013848"/>
              <a:gd name="connsiteX4" fmla="*/ 771743 w 3509263"/>
              <a:gd name="connsiteY4" fmla="*/ 5013848 h 5013848"/>
              <a:gd name="connsiteX5" fmla="*/ 1135231 w 3509263"/>
              <a:gd name="connsiteY5" fmla="*/ 4888899 h 5013848"/>
              <a:gd name="connsiteX6" fmla="*/ 3509263 w 3509263"/>
              <a:gd name="connsiteY6" fmla="*/ 2514866 h 5013848"/>
              <a:gd name="connsiteX7" fmla="*/ 1117296 w 3509263"/>
              <a:gd name="connsiteY7" fmla="*/ 134923 h 5013848"/>
              <a:gd name="connsiteX8" fmla="*/ 737666 w 3509263"/>
              <a:gd name="connsiteY8" fmla="*/ 4526 h 5013848"/>
              <a:gd name="connsiteX9" fmla="*/ 397553 w 3509263"/>
              <a:gd name="connsiteY9" fmla="*/ 162082 h 5013848"/>
              <a:gd name="connsiteX10" fmla="*/ 0 w 3509263"/>
              <a:gd name="connsiteY10" fmla="*/ 542840 h 5013848"/>
              <a:gd name="connsiteX0" fmla="*/ 0 w 3509263"/>
              <a:gd name="connsiteY0" fmla="*/ 526104 h 4997112"/>
              <a:gd name="connsiteX1" fmla="*/ 1952681 w 3509263"/>
              <a:gd name="connsiteY1" fmla="*/ 2484990 h 4997112"/>
              <a:gd name="connsiteX2" fmla="*/ 10689 w 3509263"/>
              <a:gd name="connsiteY2" fmla="*/ 4451879 h 4997112"/>
              <a:gd name="connsiteX3" fmla="*/ 430973 w 3509263"/>
              <a:gd name="connsiteY3" fmla="*/ 4894881 h 4997112"/>
              <a:gd name="connsiteX4" fmla="*/ 771743 w 3509263"/>
              <a:gd name="connsiteY4" fmla="*/ 4997112 h 4997112"/>
              <a:gd name="connsiteX5" fmla="*/ 1135231 w 3509263"/>
              <a:gd name="connsiteY5" fmla="*/ 4872163 h 4997112"/>
              <a:gd name="connsiteX6" fmla="*/ 3509263 w 3509263"/>
              <a:gd name="connsiteY6" fmla="*/ 2498130 h 4997112"/>
              <a:gd name="connsiteX7" fmla="*/ 1117296 w 3509263"/>
              <a:gd name="connsiteY7" fmla="*/ 118187 h 4997112"/>
              <a:gd name="connsiteX8" fmla="*/ 753426 w 3509263"/>
              <a:gd name="connsiteY8" fmla="*/ 4526 h 4997112"/>
              <a:gd name="connsiteX9" fmla="*/ 397553 w 3509263"/>
              <a:gd name="connsiteY9" fmla="*/ 145346 h 4997112"/>
              <a:gd name="connsiteX10" fmla="*/ 0 w 3509263"/>
              <a:gd name="connsiteY10" fmla="*/ 526104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43621 w 3500203"/>
              <a:gd name="connsiteY1" fmla="*/ 24849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0 w 3500203"/>
              <a:gd name="connsiteY0" fmla="*/ 531610 h 4997112"/>
              <a:gd name="connsiteX1" fmla="*/ 1964742 w 3500203"/>
              <a:gd name="connsiteY1" fmla="*/ 2502390 h 4997112"/>
              <a:gd name="connsiteX2" fmla="*/ 1629 w 3500203"/>
              <a:gd name="connsiteY2" fmla="*/ 4451879 h 4997112"/>
              <a:gd name="connsiteX3" fmla="*/ 421913 w 3500203"/>
              <a:gd name="connsiteY3" fmla="*/ 4894881 h 4997112"/>
              <a:gd name="connsiteX4" fmla="*/ 762683 w 3500203"/>
              <a:gd name="connsiteY4" fmla="*/ 4997112 h 4997112"/>
              <a:gd name="connsiteX5" fmla="*/ 1126171 w 3500203"/>
              <a:gd name="connsiteY5" fmla="*/ 4872163 h 4997112"/>
              <a:gd name="connsiteX6" fmla="*/ 3500203 w 3500203"/>
              <a:gd name="connsiteY6" fmla="*/ 2498130 h 4997112"/>
              <a:gd name="connsiteX7" fmla="*/ 1108236 w 3500203"/>
              <a:gd name="connsiteY7" fmla="*/ 118187 h 4997112"/>
              <a:gd name="connsiteX8" fmla="*/ 744366 w 3500203"/>
              <a:gd name="connsiteY8" fmla="*/ 4526 h 4997112"/>
              <a:gd name="connsiteX9" fmla="*/ 388493 w 3500203"/>
              <a:gd name="connsiteY9" fmla="*/ 145346 h 4997112"/>
              <a:gd name="connsiteX10" fmla="*/ 0 w 3500203"/>
              <a:gd name="connsiteY10" fmla="*/ 531610 h 4997112"/>
              <a:gd name="connsiteX0" fmla="*/ 5110 w 3505313"/>
              <a:gd name="connsiteY0" fmla="*/ 531610 h 4997112"/>
              <a:gd name="connsiteX1" fmla="*/ 1969852 w 3505313"/>
              <a:gd name="connsiteY1" fmla="*/ 2502390 h 4997112"/>
              <a:gd name="connsiteX2" fmla="*/ 0 w 3505313"/>
              <a:gd name="connsiteY2" fmla="*/ 4481321 h 4997112"/>
              <a:gd name="connsiteX3" fmla="*/ 427023 w 3505313"/>
              <a:gd name="connsiteY3" fmla="*/ 4894881 h 4997112"/>
              <a:gd name="connsiteX4" fmla="*/ 767793 w 3505313"/>
              <a:gd name="connsiteY4" fmla="*/ 4997112 h 4997112"/>
              <a:gd name="connsiteX5" fmla="*/ 1131281 w 3505313"/>
              <a:gd name="connsiteY5" fmla="*/ 4872163 h 4997112"/>
              <a:gd name="connsiteX6" fmla="*/ 3505313 w 3505313"/>
              <a:gd name="connsiteY6" fmla="*/ 2498130 h 4997112"/>
              <a:gd name="connsiteX7" fmla="*/ 1113346 w 3505313"/>
              <a:gd name="connsiteY7" fmla="*/ 118187 h 4997112"/>
              <a:gd name="connsiteX8" fmla="*/ 749476 w 3505313"/>
              <a:gd name="connsiteY8" fmla="*/ 4526 h 4997112"/>
              <a:gd name="connsiteX9" fmla="*/ 393603 w 3505313"/>
              <a:gd name="connsiteY9" fmla="*/ 145346 h 4997112"/>
              <a:gd name="connsiteX10" fmla="*/ 5110 w 3505313"/>
              <a:gd name="connsiteY10" fmla="*/ 531610 h 4997112"/>
              <a:gd name="connsiteX0" fmla="*/ 5110 w 3505313"/>
              <a:gd name="connsiteY0" fmla="*/ 531610 h 5288660"/>
              <a:gd name="connsiteX1" fmla="*/ 1969852 w 3505313"/>
              <a:gd name="connsiteY1" fmla="*/ 2502390 h 5288660"/>
              <a:gd name="connsiteX2" fmla="*/ 0 w 3505313"/>
              <a:gd name="connsiteY2" fmla="*/ 4481321 h 5288660"/>
              <a:gd name="connsiteX3" fmla="*/ 427023 w 3505313"/>
              <a:gd name="connsiteY3" fmla="*/ 4894881 h 5288660"/>
              <a:gd name="connsiteX4" fmla="*/ 767793 w 3505313"/>
              <a:gd name="connsiteY4" fmla="*/ 4997112 h 5288660"/>
              <a:gd name="connsiteX5" fmla="*/ 1131281 w 3505313"/>
              <a:gd name="connsiteY5" fmla="*/ 4872163 h 5288660"/>
              <a:gd name="connsiteX6" fmla="*/ 3505313 w 3505313"/>
              <a:gd name="connsiteY6" fmla="*/ 2498130 h 5288660"/>
              <a:gd name="connsiteX7" fmla="*/ 1113346 w 3505313"/>
              <a:gd name="connsiteY7" fmla="*/ 118187 h 5288660"/>
              <a:gd name="connsiteX8" fmla="*/ 749476 w 3505313"/>
              <a:gd name="connsiteY8" fmla="*/ 4526 h 5288660"/>
              <a:gd name="connsiteX9" fmla="*/ 393603 w 3505313"/>
              <a:gd name="connsiteY9" fmla="*/ 145346 h 5288660"/>
              <a:gd name="connsiteX10" fmla="*/ 5110 w 3505313"/>
              <a:gd name="connsiteY10" fmla="*/ 531610 h 5288660"/>
              <a:gd name="connsiteX0" fmla="*/ 5110 w 3505313"/>
              <a:gd name="connsiteY0" fmla="*/ 531610 h 5000898"/>
              <a:gd name="connsiteX1" fmla="*/ 1969852 w 3505313"/>
              <a:gd name="connsiteY1" fmla="*/ 2502390 h 5000898"/>
              <a:gd name="connsiteX2" fmla="*/ 0 w 3505313"/>
              <a:gd name="connsiteY2" fmla="*/ 4481321 h 5000898"/>
              <a:gd name="connsiteX3" fmla="*/ 427023 w 3505313"/>
              <a:gd name="connsiteY3" fmla="*/ 4894881 h 5000898"/>
              <a:gd name="connsiteX4" fmla="*/ 767793 w 3505313"/>
              <a:gd name="connsiteY4" fmla="*/ 4997112 h 5000898"/>
              <a:gd name="connsiteX5" fmla="*/ 1131281 w 3505313"/>
              <a:gd name="connsiteY5" fmla="*/ 4872163 h 5000898"/>
              <a:gd name="connsiteX6" fmla="*/ 3505313 w 3505313"/>
              <a:gd name="connsiteY6" fmla="*/ 2498130 h 5000898"/>
              <a:gd name="connsiteX7" fmla="*/ 1113346 w 3505313"/>
              <a:gd name="connsiteY7" fmla="*/ 118187 h 5000898"/>
              <a:gd name="connsiteX8" fmla="*/ 749476 w 3505313"/>
              <a:gd name="connsiteY8" fmla="*/ 4526 h 5000898"/>
              <a:gd name="connsiteX9" fmla="*/ 393603 w 3505313"/>
              <a:gd name="connsiteY9" fmla="*/ 145346 h 5000898"/>
              <a:gd name="connsiteX10" fmla="*/ 5110 w 3505313"/>
              <a:gd name="connsiteY10" fmla="*/ 531610 h 5000898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31610 h 5007261"/>
              <a:gd name="connsiteX1" fmla="*/ 1969852 w 3505313"/>
              <a:gd name="connsiteY1" fmla="*/ 2502390 h 5007261"/>
              <a:gd name="connsiteX2" fmla="*/ 0 w 3505313"/>
              <a:gd name="connsiteY2" fmla="*/ 4481321 h 5007261"/>
              <a:gd name="connsiteX3" fmla="*/ 427023 w 3505313"/>
              <a:gd name="connsiteY3" fmla="*/ 4894881 h 5007261"/>
              <a:gd name="connsiteX4" fmla="*/ 787503 w 3505313"/>
              <a:gd name="connsiteY4" fmla="*/ 5003475 h 5007261"/>
              <a:gd name="connsiteX5" fmla="*/ 1131281 w 3505313"/>
              <a:gd name="connsiteY5" fmla="*/ 4872163 h 5007261"/>
              <a:gd name="connsiteX6" fmla="*/ 3505313 w 3505313"/>
              <a:gd name="connsiteY6" fmla="*/ 2498130 h 5007261"/>
              <a:gd name="connsiteX7" fmla="*/ 1113346 w 3505313"/>
              <a:gd name="connsiteY7" fmla="*/ 118187 h 5007261"/>
              <a:gd name="connsiteX8" fmla="*/ 749476 w 3505313"/>
              <a:gd name="connsiteY8" fmla="*/ 4526 h 5007261"/>
              <a:gd name="connsiteX9" fmla="*/ 393603 w 3505313"/>
              <a:gd name="connsiteY9" fmla="*/ 145346 h 5007261"/>
              <a:gd name="connsiteX10" fmla="*/ 5110 w 3505313"/>
              <a:gd name="connsiteY10" fmla="*/ 531610 h 5007261"/>
              <a:gd name="connsiteX0" fmla="*/ 5110 w 3505313"/>
              <a:gd name="connsiteY0" fmla="*/ 529652 h 5005303"/>
              <a:gd name="connsiteX1" fmla="*/ 1969852 w 3505313"/>
              <a:gd name="connsiteY1" fmla="*/ 2500432 h 5005303"/>
              <a:gd name="connsiteX2" fmla="*/ 0 w 3505313"/>
              <a:gd name="connsiteY2" fmla="*/ 4479363 h 5005303"/>
              <a:gd name="connsiteX3" fmla="*/ 427023 w 3505313"/>
              <a:gd name="connsiteY3" fmla="*/ 4892923 h 5005303"/>
              <a:gd name="connsiteX4" fmla="*/ 787503 w 3505313"/>
              <a:gd name="connsiteY4" fmla="*/ 5001517 h 5005303"/>
              <a:gd name="connsiteX5" fmla="*/ 1131281 w 3505313"/>
              <a:gd name="connsiteY5" fmla="*/ 4870205 h 5005303"/>
              <a:gd name="connsiteX6" fmla="*/ 3505313 w 3505313"/>
              <a:gd name="connsiteY6" fmla="*/ 2496172 h 5005303"/>
              <a:gd name="connsiteX7" fmla="*/ 1160106 w 3505313"/>
              <a:gd name="connsiteY7" fmla="*/ 158794 h 5005303"/>
              <a:gd name="connsiteX8" fmla="*/ 749476 w 3505313"/>
              <a:gd name="connsiteY8" fmla="*/ 2568 h 5005303"/>
              <a:gd name="connsiteX9" fmla="*/ 393603 w 3505313"/>
              <a:gd name="connsiteY9" fmla="*/ 143388 h 5005303"/>
              <a:gd name="connsiteX10" fmla="*/ 5110 w 3505313"/>
              <a:gd name="connsiteY10" fmla="*/ 529652 h 5005303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416 h 5008067"/>
              <a:gd name="connsiteX1" fmla="*/ 1969852 w 3505313"/>
              <a:gd name="connsiteY1" fmla="*/ 2503196 h 5008067"/>
              <a:gd name="connsiteX2" fmla="*/ 0 w 3505313"/>
              <a:gd name="connsiteY2" fmla="*/ 4482127 h 5008067"/>
              <a:gd name="connsiteX3" fmla="*/ 427023 w 3505313"/>
              <a:gd name="connsiteY3" fmla="*/ 4895687 h 5008067"/>
              <a:gd name="connsiteX4" fmla="*/ 787503 w 3505313"/>
              <a:gd name="connsiteY4" fmla="*/ 5004281 h 5008067"/>
              <a:gd name="connsiteX5" fmla="*/ 1131281 w 3505313"/>
              <a:gd name="connsiteY5" fmla="*/ 4872969 h 5008067"/>
              <a:gd name="connsiteX6" fmla="*/ 3505313 w 3505313"/>
              <a:gd name="connsiteY6" fmla="*/ 2498936 h 5008067"/>
              <a:gd name="connsiteX7" fmla="*/ 1160106 w 3505313"/>
              <a:gd name="connsiteY7" fmla="*/ 161558 h 5008067"/>
              <a:gd name="connsiteX8" fmla="*/ 796836 w 3505313"/>
              <a:gd name="connsiteY8" fmla="*/ 2318 h 5008067"/>
              <a:gd name="connsiteX9" fmla="*/ 393603 w 3505313"/>
              <a:gd name="connsiteY9" fmla="*/ 146152 h 5008067"/>
              <a:gd name="connsiteX10" fmla="*/ 5110 w 3505313"/>
              <a:gd name="connsiteY10" fmla="*/ 532416 h 500806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  <a:gd name="connsiteX0" fmla="*/ 5110 w 3505313"/>
              <a:gd name="connsiteY0" fmla="*/ 532666 h 5008317"/>
              <a:gd name="connsiteX1" fmla="*/ 1969852 w 3505313"/>
              <a:gd name="connsiteY1" fmla="*/ 2503446 h 5008317"/>
              <a:gd name="connsiteX2" fmla="*/ 0 w 3505313"/>
              <a:gd name="connsiteY2" fmla="*/ 4482377 h 5008317"/>
              <a:gd name="connsiteX3" fmla="*/ 427023 w 3505313"/>
              <a:gd name="connsiteY3" fmla="*/ 4895937 h 5008317"/>
              <a:gd name="connsiteX4" fmla="*/ 787503 w 3505313"/>
              <a:gd name="connsiteY4" fmla="*/ 5004531 h 5008317"/>
              <a:gd name="connsiteX5" fmla="*/ 1131281 w 3505313"/>
              <a:gd name="connsiteY5" fmla="*/ 4873219 h 5008317"/>
              <a:gd name="connsiteX6" fmla="*/ 3505313 w 3505313"/>
              <a:gd name="connsiteY6" fmla="*/ 2499186 h 5008317"/>
              <a:gd name="connsiteX7" fmla="*/ 1160106 w 3505313"/>
              <a:gd name="connsiteY7" fmla="*/ 161808 h 5008317"/>
              <a:gd name="connsiteX8" fmla="*/ 796836 w 3505313"/>
              <a:gd name="connsiteY8" fmla="*/ 2568 h 5008317"/>
              <a:gd name="connsiteX9" fmla="*/ 393603 w 3505313"/>
              <a:gd name="connsiteY9" fmla="*/ 146402 h 5008317"/>
              <a:gd name="connsiteX10" fmla="*/ 5110 w 3505313"/>
              <a:gd name="connsiteY10" fmla="*/ 532666 h 500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05313" h="5008317">
                <a:moveTo>
                  <a:pt x="5110" y="532666"/>
                </a:moveTo>
                <a:lnTo>
                  <a:pt x="1969852" y="2503446"/>
                </a:lnTo>
                <a:lnTo>
                  <a:pt x="0" y="4482377"/>
                </a:lnTo>
                <a:lnTo>
                  <a:pt x="427023" y="4895937"/>
                </a:lnTo>
                <a:cubicBezTo>
                  <a:pt x="510281" y="4969426"/>
                  <a:pt x="670127" y="5008317"/>
                  <a:pt x="787503" y="5004531"/>
                </a:cubicBezTo>
                <a:cubicBezTo>
                  <a:pt x="904879" y="5000745"/>
                  <a:pt x="1004011" y="4978861"/>
                  <a:pt x="1131281" y="4873219"/>
                </a:cubicBezTo>
                <a:lnTo>
                  <a:pt x="3505313" y="2499186"/>
                </a:lnTo>
                <a:lnTo>
                  <a:pt x="1160106" y="161808"/>
                </a:lnTo>
                <a:cubicBezTo>
                  <a:pt x="1068649" y="89635"/>
                  <a:pt x="968345" y="5136"/>
                  <a:pt x="796836" y="2568"/>
                </a:cubicBezTo>
                <a:cubicBezTo>
                  <a:pt x="625327" y="0"/>
                  <a:pt x="475789" y="68559"/>
                  <a:pt x="393603" y="146402"/>
                </a:cubicBezTo>
                <a:lnTo>
                  <a:pt x="5110" y="53266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A black background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1E74C222-D703-35D3-93D6-B8892FA4F9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931" y="4869954"/>
            <a:ext cx="2087049" cy="576063"/>
          </a:xfrm>
          <a:prstGeom prst="rect">
            <a:avLst/>
          </a:prstGeom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0EEA6B8C-4349-3B5E-C59E-DDE3F0E3094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-26241" y="4804545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681621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ask slid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>
            <a:extLst>
              <a:ext uri="{FF2B5EF4-FFF2-40B4-BE49-F238E27FC236}">
                <a16:creationId xmlns:a16="http://schemas.microsoft.com/office/drawing/2014/main" id="{739D27B2-CFEE-E1F5-D804-8B72F057DAD6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9076781" y="0"/>
            <a:ext cx="3133511" cy="2055043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626795C-661F-588C-6A7A-49AEAD2673A7}"/>
              </a:ext>
            </a:extLst>
          </p:cNvPr>
          <p:cNvSpPr/>
          <p:nvPr userDrawn="1"/>
        </p:nvSpPr>
        <p:spPr>
          <a:xfrm>
            <a:off x="1737125" y="1344162"/>
            <a:ext cx="10036309" cy="4864100"/>
          </a:xfrm>
          <a:prstGeom prst="round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165600" y="1990140"/>
            <a:ext cx="6937830" cy="3696458"/>
          </a:xfrm>
        </p:spPr>
        <p:txBody>
          <a:bodyPr/>
          <a:lstStyle>
            <a:lvl1pPr algn="l" rtl="0" eaLnBrk="1" fontAlgn="base" hangingPunct="1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  <a:defRPr lang="en-US" sz="2000" b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6095" indent="-285750">
              <a:defRPr/>
            </a:lvl2pPr>
            <a:lvl3pPr>
              <a:defRPr lang="en-US" sz="2000" dirty="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marL="360327" lvl="2" indent="-179982" algn="l" rtl="0" eaLnBrk="1" fontAlgn="base" hangingPunct="1">
              <a:lnSpc>
                <a:spcPct val="125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FontTx/>
              <a:buBlip>
                <a:blip r:embed="rId3"/>
              </a:buBlip>
              <a:tabLst/>
            </a:pPr>
            <a:r>
              <a:rPr lang="en-US"/>
              <a:t>Second level</a:t>
            </a: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9C408F-AAC9-FD78-4309-7960AE1F7424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itle 3">
            <a:extLst>
              <a:ext uri="{FF2B5EF4-FFF2-40B4-BE49-F238E27FC236}">
                <a16:creationId xmlns:a16="http://schemas.microsoft.com/office/drawing/2014/main" id="{5AF3534B-A4B2-BD34-5235-AAC58700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635096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7">
            <a:extLst>
              <a:ext uri="{FF2B5EF4-FFF2-40B4-BE49-F238E27FC236}">
                <a16:creationId xmlns:a16="http://schemas.microsoft.com/office/drawing/2014/main" id="{3832E9B8-9BDA-E03C-E6D2-9DCD7C93B7CA}"/>
              </a:ext>
            </a:extLst>
          </p:cNvPr>
          <p:cNvSpPr/>
          <p:nvPr userDrawn="1"/>
        </p:nvSpPr>
        <p:spPr>
          <a:xfrm flipH="1">
            <a:off x="7514475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95FE3A3-C35F-D8D2-D7E6-DEBCF932A7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6" imgH="346" progId="TCLayout.ActiveDocument.1">
                  <p:embed/>
                </p:oleObj>
              </mc:Choice>
              <mc:Fallback>
                <p:oleObj name="think-cell Slide" r:id="rId4" imgW="346" imgH="34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FE3A3-C35F-D8D2-D7E6-DEBCF932A7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>
          <a:xfrm rot="16200000">
            <a:off x="3110369" y="-2240336"/>
            <a:ext cx="5954726" cy="12245121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US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D4120232-0677-0E69-F9C0-C29F835428A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8AE2C5F2-4710-6090-671C-A0888675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21" name="Picture 20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5318BC64-8B05-88DD-5293-022C4086841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9F7C53-AD2B-7EC8-FCF4-52A79EAC7F47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68071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picture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7">
            <a:extLst>
              <a:ext uri="{FF2B5EF4-FFF2-40B4-BE49-F238E27FC236}">
                <a16:creationId xmlns:a16="http://schemas.microsoft.com/office/drawing/2014/main" id="{69FBC752-4741-3E06-C76B-B74229C68CB2}"/>
              </a:ext>
            </a:extLst>
          </p:cNvPr>
          <p:cNvSpPr/>
          <p:nvPr userDrawn="1"/>
        </p:nvSpPr>
        <p:spPr>
          <a:xfrm flipH="1">
            <a:off x="7524000" y="0"/>
            <a:ext cx="4686293" cy="30734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Design Thinking</a:t>
            </a:r>
            <a:endParaRPr lang="de-AT" kern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4783FA2-E43C-5AB2-CF98-CC295BDB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1561381"/>
            <a:ext cx="11323013" cy="4268727"/>
          </a:xfrm>
        </p:spPr>
        <p:txBody>
          <a:bodyPr/>
          <a:lstStyle/>
          <a:p>
            <a:pPr lvl="0"/>
            <a:endParaRPr lang="en-GB"/>
          </a:p>
        </p:txBody>
      </p:sp>
      <p:pic>
        <p:nvPicPr>
          <p:cNvPr id="2" name="Picture 1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6B686C1-E94E-7CD1-B0C8-A46B942CB5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pic>
        <p:nvPicPr>
          <p:cNvPr id="24" name="Picture 2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9530DD54-38C3-38C2-E70C-A1B9B910BD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B551D6-D8F4-024F-BEFD-43181CF8568D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12678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365D854D-144C-758E-0D37-6E8285DC0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A8664B2-1403-E418-9160-006681B1D7B5}"/>
              </a:ext>
            </a:extLst>
          </p:cNvPr>
          <p:cNvSpPr/>
          <p:nvPr userDrawn="1"/>
        </p:nvSpPr>
        <p:spPr>
          <a:xfrm>
            <a:off x="11025802" y="0"/>
            <a:ext cx="1169373" cy="6859588"/>
          </a:xfrm>
          <a:custGeom>
            <a:avLst/>
            <a:gdLst>
              <a:gd name="csX0" fmla="*/ 402166 w 1169373"/>
              <a:gd name="csY0" fmla="*/ 0 h 6859588"/>
              <a:gd name="csX1" fmla="*/ 500808 w 1169373"/>
              <a:gd name="csY1" fmla="*/ 0 h 6859588"/>
              <a:gd name="csX2" fmla="*/ 1003196 w 1169373"/>
              <a:gd name="csY2" fmla="*/ 0 h 6859588"/>
              <a:gd name="csX3" fmla="*/ 1169373 w 1169373"/>
              <a:gd name="csY3" fmla="*/ 0 h 6859588"/>
              <a:gd name="csX4" fmla="*/ 1169373 w 1169373"/>
              <a:gd name="csY4" fmla="*/ 6859588 h 6859588"/>
              <a:gd name="csX5" fmla="*/ 1003196 w 1169373"/>
              <a:gd name="csY5" fmla="*/ 6859588 h 6859588"/>
              <a:gd name="csX6" fmla="*/ 500808 w 1169373"/>
              <a:gd name="csY6" fmla="*/ 6859588 h 6859588"/>
              <a:gd name="csX7" fmla="*/ 0 w 1169373"/>
              <a:gd name="csY7" fmla="*/ 6859588 h 6859588"/>
              <a:gd name="csX8" fmla="*/ 297509 w 1169373"/>
              <a:gd name="csY8" fmla="*/ 6547210 h 6859588"/>
              <a:gd name="csX9" fmla="*/ 399788 w 1169373"/>
              <a:gd name="csY9" fmla="*/ 6344898 h 6859588"/>
              <a:gd name="csX10" fmla="*/ 402166 w 1169373"/>
              <a:gd name="csY10" fmla="*/ 0 h 6859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69373" h="6859588">
                <a:moveTo>
                  <a:pt x="402166" y="0"/>
                </a:moveTo>
                <a:lnTo>
                  <a:pt x="500808" y="0"/>
                </a:lnTo>
                <a:lnTo>
                  <a:pt x="1003196" y="0"/>
                </a:lnTo>
                <a:lnTo>
                  <a:pt x="1169373" y="0"/>
                </a:lnTo>
                <a:lnTo>
                  <a:pt x="1169373" y="6859588"/>
                </a:lnTo>
                <a:lnTo>
                  <a:pt x="1003196" y="6859588"/>
                </a:lnTo>
                <a:lnTo>
                  <a:pt x="500808" y="6859588"/>
                </a:lnTo>
                <a:lnTo>
                  <a:pt x="0" y="6859588"/>
                </a:lnTo>
                <a:lnTo>
                  <a:pt x="297509" y="6547210"/>
                </a:lnTo>
                <a:cubicBezTo>
                  <a:pt x="361807" y="6480608"/>
                  <a:pt x="399729" y="6394128"/>
                  <a:pt x="399788" y="6344898"/>
                </a:cubicBezTo>
                <a:cubicBezTo>
                  <a:pt x="398083" y="6046753"/>
                  <a:pt x="403871" y="298145"/>
                  <a:pt x="402166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AT"/>
          </a:p>
        </p:txBody>
      </p:sp>
      <p:sp>
        <p:nvSpPr>
          <p:cNvPr id="23" name="Title 3">
            <a:extLst>
              <a:ext uri="{FF2B5EF4-FFF2-40B4-BE49-F238E27FC236}">
                <a16:creationId xmlns:a16="http://schemas.microsoft.com/office/drawing/2014/main" id="{8B76A555-F37C-8266-EA63-BD4F3187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5773" y="282346"/>
            <a:ext cx="8086803" cy="378402"/>
          </a:xfrm>
        </p:spPr>
        <p:txBody>
          <a:bodyPr anchor="ctr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26D3446A-AF26-7650-3472-E6C68D936B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2246" y="1256658"/>
            <a:ext cx="10818814" cy="4910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12A567A4-3325-2BB4-CE6B-C6769C9A7A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936942" y="5902252"/>
            <a:ext cx="1122600" cy="786542"/>
          </a:xfrm>
          <a:prstGeom prst="roundRect">
            <a:avLst>
              <a:gd name="adj" fmla="val 9137"/>
            </a:avLst>
          </a:prstGeom>
        </p:spPr>
      </p:pic>
    </p:spTree>
    <p:extLst>
      <p:ext uri="{BB962C8B-B14F-4D97-AF65-F5344CB8AC3E}">
        <p14:creationId xmlns:p14="http://schemas.microsoft.com/office/powerpoint/2010/main" val="2629124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Person Introduc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48EF1268-B134-7DE5-FB7A-28B52968A208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4909745" y="0"/>
            <a:ext cx="7300547" cy="4787900"/>
          </a:xfrm>
          <a:custGeom>
            <a:avLst/>
            <a:gdLst/>
            <a:ahLst/>
            <a:cxnLst/>
            <a:rect l="l" t="t" r="r" b="b"/>
            <a:pathLst>
              <a:path w="9425227" h="9653398">
                <a:moveTo>
                  <a:pt x="0" y="0"/>
                </a:moveTo>
                <a:lnTo>
                  <a:pt x="9425227" y="0"/>
                </a:lnTo>
                <a:lnTo>
                  <a:pt x="9425227" y="9653399"/>
                </a:lnTo>
                <a:lnTo>
                  <a:pt x="0" y="96533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40231" t="-43892" r="16951" b="10832"/>
            </a:stretch>
          </a:blipFill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55D208C-D08C-A79F-1B10-889AD2A62C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090" y="4383026"/>
            <a:ext cx="4566030" cy="221907"/>
          </a:xfrm>
        </p:spPr>
        <p:txBody>
          <a:bodyPr wrap="square">
            <a:spAutoFit/>
          </a:bodyPr>
          <a:lstStyle>
            <a:lvl1pPr marL="0" marR="0" indent="0" algn="l" defTabSz="1088667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2">
            <a:extLst>
              <a:ext uri="{FF2B5EF4-FFF2-40B4-BE49-F238E27FC236}">
                <a16:creationId xmlns:a16="http://schemas.microsoft.com/office/drawing/2014/main" id="{86FDBCD3-30EA-8C2C-93A8-0EFD19AD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0" y="3448560"/>
            <a:ext cx="9157792" cy="443198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3200" b="1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73EE0-9985-6CCA-5619-9C1A649BDE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" y="186448"/>
            <a:ext cx="2034932" cy="56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05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, illustration and short text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C85DACF0-9329-EE51-C4B2-D56E9D65618C}"/>
              </a:ext>
            </a:extLst>
          </p:cNvPr>
          <p:cNvSpPr/>
          <p:nvPr/>
        </p:nvSpPr>
        <p:spPr>
          <a:xfrm rot="16200000">
            <a:off x="3126242" y="-2216725"/>
            <a:ext cx="5954726" cy="12207206"/>
          </a:xfrm>
          <a:custGeom>
            <a:avLst/>
            <a:gdLst>
              <a:gd name="connsiteX0" fmla="*/ 0 w 1134016"/>
              <a:gd name="connsiteY0" fmla="*/ 1408203 h 1410865"/>
              <a:gd name="connsiteX1" fmla="*/ 716080 w 1134016"/>
              <a:gd name="connsiteY1" fmla="*/ 1410865 h 1410865"/>
              <a:gd name="connsiteX2" fmla="*/ 1027535 w 1134016"/>
              <a:gd name="connsiteY2" fmla="*/ 1096747 h 1410865"/>
              <a:gd name="connsiteX3" fmla="*/ 1134016 w 1134016"/>
              <a:gd name="connsiteY3" fmla="*/ 894435 h 1410865"/>
              <a:gd name="connsiteX4" fmla="*/ 1128692 w 1134016"/>
              <a:gd name="connsiteY4" fmla="*/ 0 h 1410865"/>
              <a:gd name="connsiteX5" fmla="*/ 39930 w 1134016"/>
              <a:gd name="connsiteY5" fmla="*/ 0 h 1410865"/>
              <a:gd name="connsiteX6" fmla="*/ 0 w 1134016"/>
              <a:gd name="connsiteY6" fmla="*/ 1408203 h 1410865"/>
              <a:gd name="connsiteX0" fmla="*/ 0 w 5993513"/>
              <a:gd name="connsiteY0" fmla="*/ 1409125 h 1410865"/>
              <a:gd name="connsiteX1" fmla="*/ 5575577 w 5993513"/>
              <a:gd name="connsiteY1" fmla="*/ 1410865 h 1410865"/>
              <a:gd name="connsiteX2" fmla="*/ 5887032 w 5993513"/>
              <a:gd name="connsiteY2" fmla="*/ 1096747 h 1410865"/>
              <a:gd name="connsiteX3" fmla="*/ 5993513 w 5993513"/>
              <a:gd name="connsiteY3" fmla="*/ 894435 h 1410865"/>
              <a:gd name="connsiteX4" fmla="*/ 5988189 w 5993513"/>
              <a:gd name="connsiteY4" fmla="*/ 0 h 1410865"/>
              <a:gd name="connsiteX5" fmla="*/ 4899427 w 5993513"/>
              <a:gd name="connsiteY5" fmla="*/ 0 h 1410865"/>
              <a:gd name="connsiteX6" fmla="*/ 0 w 5993513"/>
              <a:gd name="connsiteY6" fmla="*/ 1409125 h 1410865"/>
              <a:gd name="connsiteX0" fmla="*/ 0 w 5993513"/>
              <a:gd name="connsiteY0" fmla="*/ 6859588 h 6861328"/>
              <a:gd name="connsiteX1" fmla="*/ 5575577 w 5993513"/>
              <a:gd name="connsiteY1" fmla="*/ 6861328 h 6861328"/>
              <a:gd name="connsiteX2" fmla="*/ 5887032 w 5993513"/>
              <a:gd name="connsiteY2" fmla="*/ 6547210 h 6861328"/>
              <a:gd name="connsiteX3" fmla="*/ 5993513 w 5993513"/>
              <a:gd name="connsiteY3" fmla="*/ 6344898 h 6861328"/>
              <a:gd name="connsiteX4" fmla="*/ 5988189 w 5993513"/>
              <a:gd name="connsiteY4" fmla="*/ 5450463 h 6861328"/>
              <a:gd name="connsiteX5" fmla="*/ 1 w 5993513"/>
              <a:gd name="connsiteY5" fmla="*/ 0 h 6861328"/>
              <a:gd name="connsiteX6" fmla="*/ 0 w 5993513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7764"/>
              <a:gd name="connsiteY0" fmla="*/ 6859588 h 6861328"/>
              <a:gd name="connsiteX1" fmla="*/ 5575577 w 5997764"/>
              <a:gd name="connsiteY1" fmla="*/ 6861328 h 6861328"/>
              <a:gd name="connsiteX2" fmla="*/ 5887032 w 5997764"/>
              <a:gd name="connsiteY2" fmla="*/ 6547210 h 6861328"/>
              <a:gd name="connsiteX3" fmla="*/ 5993513 w 5997764"/>
              <a:gd name="connsiteY3" fmla="*/ 6344898 h 6861328"/>
              <a:gd name="connsiteX4" fmla="*/ 5995989 w 5997764"/>
              <a:gd name="connsiteY4" fmla="*/ 0 h 6861328"/>
              <a:gd name="connsiteX5" fmla="*/ 1 w 5997764"/>
              <a:gd name="connsiteY5" fmla="*/ 0 h 6861328"/>
              <a:gd name="connsiteX6" fmla="*/ 0 w 5997764"/>
              <a:gd name="connsiteY6" fmla="*/ 6859588 h 6861328"/>
              <a:gd name="connsiteX0" fmla="*/ 0 w 5993513"/>
              <a:gd name="connsiteY0" fmla="*/ 12219678 h 12221418"/>
              <a:gd name="connsiteX1" fmla="*/ 5575577 w 5993513"/>
              <a:gd name="connsiteY1" fmla="*/ 12221418 h 12221418"/>
              <a:gd name="connsiteX2" fmla="*/ 5887032 w 5993513"/>
              <a:gd name="connsiteY2" fmla="*/ 11907300 h 12221418"/>
              <a:gd name="connsiteX3" fmla="*/ 5993513 w 5993513"/>
              <a:gd name="connsiteY3" fmla="*/ 11704988 h 12221418"/>
              <a:gd name="connsiteX4" fmla="*/ 5987780 w 5993513"/>
              <a:gd name="connsiteY4" fmla="*/ 0 h 12221418"/>
              <a:gd name="connsiteX5" fmla="*/ 1 w 5993513"/>
              <a:gd name="connsiteY5" fmla="*/ 5360090 h 12221418"/>
              <a:gd name="connsiteX6" fmla="*/ 0 w 5993513"/>
              <a:gd name="connsiteY6" fmla="*/ 12219678 h 12221418"/>
              <a:gd name="connsiteX0" fmla="*/ 3542284 w 5993512"/>
              <a:gd name="connsiteY0" fmla="*/ 12215762 h 12221418"/>
              <a:gd name="connsiteX1" fmla="*/ 5575576 w 5993512"/>
              <a:gd name="connsiteY1" fmla="*/ 12221418 h 12221418"/>
              <a:gd name="connsiteX2" fmla="*/ 5887031 w 5993512"/>
              <a:gd name="connsiteY2" fmla="*/ 11907300 h 12221418"/>
              <a:gd name="connsiteX3" fmla="*/ 5993512 w 5993512"/>
              <a:gd name="connsiteY3" fmla="*/ 11704988 h 12221418"/>
              <a:gd name="connsiteX4" fmla="*/ 5987779 w 5993512"/>
              <a:gd name="connsiteY4" fmla="*/ 0 h 12221418"/>
              <a:gd name="connsiteX5" fmla="*/ 0 w 5993512"/>
              <a:gd name="connsiteY5" fmla="*/ 5360090 h 12221418"/>
              <a:gd name="connsiteX6" fmla="*/ 3542284 w 5993512"/>
              <a:gd name="connsiteY6" fmla="*/ 12215762 h 12221418"/>
              <a:gd name="connsiteX0" fmla="*/ 0 w 2451228"/>
              <a:gd name="connsiteY0" fmla="*/ 12215762 h 12221418"/>
              <a:gd name="connsiteX1" fmla="*/ 2033292 w 2451228"/>
              <a:gd name="connsiteY1" fmla="*/ 12221418 h 12221418"/>
              <a:gd name="connsiteX2" fmla="*/ 2344747 w 2451228"/>
              <a:gd name="connsiteY2" fmla="*/ 11907300 h 12221418"/>
              <a:gd name="connsiteX3" fmla="*/ 2451228 w 2451228"/>
              <a:gd name="connsiteY3" fmla="*/ 11704988 h 12221418"/>
              <a:gd name="connsiteX4" fmla="*/ 2445495 w 2451228"/>
              <a:gd name="connsiteY4" fmla="*/ 0 h 12221418"/>
              <a:gd name="connsiteX5" fmla="*/ 0 w 2451228"/>
              <a:gd name="connsiteY5" fmla="*/ 20584 h 12221418"/>
              <a:gd name="connsiteX6" fmla="*/ 0 w 2451228"/>
              <a:gd name="connsiteY6" fmla="*/ 12215762 h 12221418"/>
              <a:gd name="connsiteX0" fmla="*/ 0 w 2451228"/>
              <a:gd name="connsiteY0" fmla="*/ 12202114 h 12207770"/>
              <a:gd name="connsiteX1" fmla="*/ 2033292 w 2451228"/>
              <a:gd name="connsiteY1" fmla="*/ 12207770 h 12207770"/>
              <a:gd name="connsiteX2" fmla="*/ 2344747 w 2451228"/>
              <a:gd name="connsiteY2" fmla="*/ 11893652 h 12207770"/>
              <a:gd name="connsiteX3" fmla="*/ 2451228 w 2451228"/>
              <a:gd name="connsiteY3" fmla="*/ 11691340 h 12207770"/>
              <a:gd name="connsiteX4" fmla="*/ 2441055 w 2451228"/>
              <a:gd name="connsiteY4" fmla="*/ 0 h 12207770"/>
              <a:gd name="connsiteX5" fmla="*/ 0 w 2451228"/>
              <a:gd name="connsiteY5" fmla="*/ 6936 h 12207770"/>
              <a:gd name="connsiteX6" fmla="*/ 0 w 2451228"/>
              <a:gd name="connsiteY6" fmla="*/ 12202114 h 12207770"/>
              <a:gd name="connsiteX0" fmla="*/ 0 w 2451228"/>
              <a:gd name="connsiteY0" fmla="*/ 12195178 h 12200834"/>
              <a:gd name="connsiteX1" fmla="*/ 2033292 w 2451228"/>
              <a:gd name="connsiteY1" fmla="*/ 12200834 h 12200834"/>
              <a:gd name="connsiteX2" fmla="*/ 2344747 w 2451228"/>
              <a:gd name="connsiteY2" fmla="*/ 11886716 h 12200834"/>
              <a:gd name="connsiteX3" fmla="*/ 2451228 w 2451228"/>
              <a:gd name="connsiteY3" fmla="*/ 11684404 h 12200834"/>
              <a:gd name="connsiteX4" fmla="*/ 2439518 w 2451228"/>
              <a:gd name="connsiteY4" fmla="*/ 1656 h 12200834"/>
              <a:gd name="connsiteX5" fmla="*/ 0 w 2451228"/>
              <a:gd name="connsiteY5" fmla="*/ 0 h 12200834"/>
              <a:gd name="connsiteX6" fmla="*/ 0 w 2451228"/>
              <a:gd name="connsiteY6" fmla="*/ 12195178 h 12200834"/>
              <a:gd name="connsiteX0" fmla="*/ 0 w 2451228"/>
              <a:gd name="connsiteY0" fmla="*/ 12195178 h 12195178"/>
              <a:gd name="connsiteX1" fmla="*/ 2018671 w 2451228"/>
              <a:gd name="connsiteY1" fmla="*/ 12192340 h 12195178"/>
              <a:gd name="connsiteX2" fmla="*/ 2344747 w 2451228"/>
              <a:gd name="connsiteY2" fmla="*/ 11886716 h 12195178"/>
              <a:gd name="connsiteX3" fmla="*/ 2451228 w 2451228"/>
              <a:gd name="connsiteY3" fmla="*/ 11684404 h 12195178"/>
              <a:gd name="connsiteX4" fmla="*/ 2439518 w 2451228"/>
              <a:gd name="connsiteY4" fmla="*/ 1656 h 12195178"/>
              <a:gd name="connsiteX5" fmla="*/ 0 w 2451228"/>
              <a:gd name="connsiteY5" fmla="*/ 0 h 12195178"/>
              <a:gd name="connsiteX6" fmla="*/ 0 w 2451228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44747 w 2444782"/>
              <a:gd name="connsiteY2" fmla="*/ 1188671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2444782"/>
              <a:gd name="connsiteY0" fmla="*/ 12195178 h 12195178"/>
              <a:gd name="connsiteX1" fmla="*/ 2018671 w 2444782"/>
              <a:gd name="connsiteY1" fmla="*/ 12192340 h 12195178"/>
              <a:gd name="connsiteX2" fmla="*/ 2314573 w 2444782"/>
              <a:gd name="connsiteY2" fmla="*/ 11898506 h 12195178"/>
              <a:gd name="connsiteX3" fmla="*/ 2444782 w 2444782"/>
              <a:gd name="connsiteY3" fmla="*/ 11651193 h 12195178"/>
              <a:gd name="connsiteX4" fmla="*/ 2439518 w 2444782"/>
              <a:gd name="connsiteY4" fmla="*/ 1656 h 12195178"/>
              <a:gd name="connsiteX5" fmla="*/ 0 w 2444782"/>
              <a:gd name="connsiteY5" fmla="*/ 0 h 12195178"/>
              <a:gd name="connsiteX6" fmla="*/ 0 w 2444782"/>
              <a:gd name="connsiteY6" fmla="*/ 12195178 h 12195178"/>
              <a:gd name="connsiteX0" fmla="*/ 0 w 4956105"/>
              <a:gd name="connsiteY0" fmla="*/ 12195175 h 12195175"/>
              <a:gd name="connsiteX1" fmla="*/ 4529994 w 4956105"/>
              <a:gd name="connsiteY1" fmla="*/ 12192340 h 12195175"/>
              <a:gd name="connsiteX2" fmla="*/ 4825896 w 4956105"/>
              <a:gd name="connsiteY2" fmla="*/ 11898506 h 12195175"/>
              <a:gd name="connsiteX3" fmla="*/ 4956105 w 4956105"/>
              <a:gd name="connsiteY3" fmla="*/ 11651193 h 12195175"/>
              <a:gd name="connsiteX4" fmla="*/ 4950841 w 4956105"/>
              <a:gd name="connsiteY4" fmla="*/ 1656 h 12195175"/>
              <a:gd name="connsiteX5" fmla="*/ 2511323 w 4956105"/>
              <a:gd name="connsiteY5" fmla="*/ 0 h 12195175"/>
              <a:gd name="connsiteX6" fmla="*/ 0 w 4956105"/>
              <a:gd name="connsiteY6" fmla="*/ 12195175 h 12195175"/>
              <a:gd name="connsiteX0" fmla="*/ 0 w 4956105"/>
              <a:gd name="connsiteY0" fmla="*/ 12195174 h 12195174"/>
              <a:gd name="connsiteX1" fmla="*/ 4529994 w 4956105"/>
              <a:gd name="connsiteY1" fmla="*/ 12192339 h 12195174"/>
              <a:gd name="connsiteX2" fmla="*/ 4825896 w 4956105"/>
              <a:gd name="connsiteY2" fmla="*/ 11898505 h 12195174"/>
              <a:gd name="connsiteX3" fmla="*/ 4956105 w 4956105"/>
              <a:gd name="connsiteY3" fmla="*/ 11651192 h 12195174"/>
              <a:gd name="connsiteX4" fmla="*/ 4950841 w 4956105"/>
              <a:gd name="connsiteY4" fmla="*/ 1655 h 12195174"/>
              <a:gd name="connsiteX5" fmla="*/ 0 w 4956105"/>
              <a:gd name="connsiteY5" fmla="*/ 0 h 12195174"/>
              <a:gd name="connsiteX6" fmla="*/ 0 w 4956105"/>
              <a:gd name="connsiteY6" fmla="*/ 12195174 h 12195174"/>
              <a:gd name="connsiteX0" fmla="*/ 998621 w 5954726"/>
              <a:gd name="connsiteY0" fmla="*/ 12195174 h 12195174"/>
              <a:gd name="connsiteX1" fmla="*/ 5528615 w 5954726"/>
              <a:gd name="connsiteY1" fmla="*/ 12192339 h 12195174"/>
              <a:gd name="connsiteX2" fmla="*/ 5824517 w 5954726"/>
              <a:gd name="connsiteY2" fmla="*/ 11898505 h 12195174"/>
              <a:gd name="connsiteX3" fmla="*/ 5954726 w 5954726"/>
              <a:gd name="connsiteY3" fmla="*/ 11651192 h 12195174"/>
              <a:gd name="connsiteX4" fmla="*/ 5949462 w 5954726"/>
              <a:gd name="connsiteY4" fmla="*/ 1655 h 12195174"/>
              <a:gd name="connsiteX5" fmla="*/ 0 w 5954726"/>
              <a:gd name="connsiteY5" fmla="*/ 0 h 12195174"/>
              <a:gd name="connsiteX6" fmla="*/ 998621 w 5954726"/>
              <a:gd name="connsiteY6" fmla="*/ 12195174 h 12195174"/>
              <a:gd name="connsiteX0" fmla="*/ 0 w 5954726"/>
              <a:gd name="connsiteY0" fmla="*/ 12207206 h 12207206"/>
              <a:gd name="connsiteX1" fmla="*/ 5528615 w 5954726"/>
              <a:gd name="connsiteY1" fmla="*/ 12192339 h 12207206"/>
              <a:gd name="connsiteX2" fmla="*/ 5824517 w 5954726"/>
              <a:gd name="connsiteY2" fmla="*/ 11898505 h 12207206"/>
              <a:gd name="connsiteX3" fmla="*/ 5954726 w 5954726"/>
              <a:gd name="connsiteY3" fmla="*/ 11651192 h 12207206"/>
              <a:gd name="connsiteX4" fmla="*/ 5949462 w 5954726"/>
              <a:gd name="connsiteY4" fmla="*/ 1655 h 12207206"/>
              <a:gd name="connsiteX5" fmla="*/ 0 w 5954726"/>
              <a:gd name="connsiteY5" fmla="*/ 0 h 12207206"/>
              <a:gd name="connsiteX6" fmla="*/ 0 w 5954726"/>
              <a:gd name="connsiteY6" fmla="*/ 12207206 h 12207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4726" h="12207206">
                <a:moveTo>
                  <a:pt x="0" y="12207206"/>
                </a:moveTo>
                <a:lnTo>
                  <a:pt x="5528615" y="12192339"/>
                </a:lnTo>
                <a:lnTo>
                  <a:pt x="5824517" y="11898505"/>
                </a:lnTo>
                <a:cubicBezTo>
                  <a:pt x="5925107" y="11801962"/>
                  <a:pt x="5945764" y="11762947"/>
                  <a:pt x="5954726" y="11651192"/>
                </a:cubicBezTo>
                <a:cubicBezTo>
                  <a:pt x="5952951" y="11353047"/>
                  <a:pt x="5951237" y="299800"/>
                  <a:pt x="5949462" y="1655"/>
                </a:cubicBezTo>
                <a:lnTo>
                  <a:pt x="0" y="0"/>
                </a:lnTo>
                <a:lnTo>
                  <a:pt x="0" y="12207206"/>
                </a:ln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en-GB" sz="1799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B8F6689A-AFE3-24F8-FCB1-BC4E8D9C3D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17" y="186138"/>
            <a:ext cx="2075247" cy="579360"/>
          </a:xfrm>
          <a:prstGeom prst="rect">
            <a:avLst/>
          </a:prstGeom>
        </p:spPr>
      </p:pic>
      <p:sp>
        <p:nvSpPr>
          <p:cNvPr id="23" name="Content Placeholder 5"/>
          <p:cNvSpPr>
            <a:spLocks noGrp="1"/>
          </p:cNvSpPr>
          <p:nvPr>
            <p:ph sz="quarter" idx="10"/>
          </p:nvPr>
        </p:nvSpPr>
        <p:spPr>
          <a:xfrm>
            <a:off x="435601" y="2133650"/>
            <a:ext cx="11323013" cy="36964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87E29117-928D-8EA7-5101-4402214A42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3387" y="1319699"/>
            <a:ext cx="11322050" cy="441739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en-GB" sz="1800"/>
            </a:lvl1pPr>
          </a:lstStyle>
          <a:p>
            <a:pPr lvl="0" algn="ctr"/>
            <a:r>
              <a:rPr lang="en-US"/>
              <a:t>Secondary heading goes here – 14pt</a:t>
            </a:r>
            <a:endParaRPr lang="en-GB"/>
          </a:p>
        </p:txBody>
      </p:sp>
      <p:pic>
        <p:nvPicPr>
          <p:cNvPr id="2" name="Picture 1" descr="A notebook and pencil on a yellow surface&#10;&#10;AI-generated content may be incorrect.">
            <a:extLst>
              <a:ext uri="{FF2B5EF4-FFF2-40B4-BE49-F238E27FC236}">
                <a16:creationId xmlns:a16="http://schemas.microsoft.com/office/drawing/2014/main" id="{7352A5C3-E9B8-2258-E78A-C55E5E46E4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4" r="3435"/>
          <a:stretch/>
        </p:blipFill>
        <p:spPr>
          <a:xfrm>
            <a:off x="10896932" y="163992"/>
            <a:ext cx="858505" cy="601506"/>
          </a:xfrm>
          <a:prstGeom prst="roundRect">
            <a:avLst>
              <a:gd name="adj" fmla="val 9137"/>
            </a:avLst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6A5DFB-480F-8206-305C-33236DD936CA}"/>
              </a:ext>
            </a:extLst>
          </p:cNvPr>
          <p:cNvCxnSpPr/>
          <p:nvPr userDrawn="1"/>
        </p:nvCxnSpPr>
        <p:spPr>
          <a:xfrm>
            <a:off x="2229408" y="263719"/>
            <a:ext cx="0" cy="3970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3">
            <a:extLst>
              <a:ext uri="{FF2B5EF4-FFF2-40B4-BE49-F238E27FC236}">
                <a16:creationId xmlns:a16="http://schemas.microsoft.com/office/drawing/2014/main" id="{CD6A0D84-DA16-0C99-70B7-C11F0180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273" y="282346"/>
            <a:ext cx="8541660" cy="378402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99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76.xml"/><Relationship Id="rId84" Type="http://schemas.openxmlformats.org/officeDocument/2006/relationships/tags" Target="../tags/tag2.xml"/><Relationship Id="rId89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8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theme" Target="../theme/theme1.xml"/><Relationship Id="rId8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0DAC14D-CD93-0D20-AE8E-7948A8EF434C}"/>
              </a:ext>
            </a:extLst>
          </p:cNvPr>
          <p:cNvGraphicFramePr>
            <a:graphicFrameLocks noChangeAspect="1"/>
          </p:cNvGraphicFramePr>
          <p:nvPr>
            <p:custDataLst>
              <p:tags r:id="rId84"/>
            </p:custDataLst>
            <p:extLst>
              <p:ext uri="{D42A27DB-BD31-4B8C-83A1-F6EECF244321}">
                <p14:modId xmlns:p14="http://schemas.microsoft.com/office/powerpoint/2010/main" val="278860412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415" imgH="416" progId="TCLayout.ActiveDocument.1">
                  <p:embed/>
                </p:oleObj>
              </mc:Choice>
              <mc:Fallback>
                <p:oleObj name="think-cell Slide" r:id="rId86" imgW="415" imgH="41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DAC14D-CD93-0D20-AE8E-7948A8EF43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37429" y="440048"/>
            <a:ext cx="11315701" cy="307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6563" y="2108472"/>
            <a:ext cx="11322050" cy="32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 - First level of bullet point – 14pt</a:t>
            </a:r>
          </a:p>
          <a:p>
            <a:pPr lvl="2"/>
            <a:r>
              <a:rPr lang="en-GB"/>
              <a:t>Third level - Second level of bullet point – 12pt</a:t>
            </a:r>
          </a:p>
          <a:p>
            <a:pPr lvl="3"/>
            <a:r>
              <a:rPr lang="en-GB"/>
              <a:t>Fourth level - Third level of bullet point – 10pt</a:t>
            </a:r>
          </a:p>
          <a:p>
            <a:pPr lvl="4"/>
            <a:r>
              <a:rPr lang="en-GB"/>
              <a:t>Fifth level - hyperlinks Fifth level 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441060" y="-543298"/>
            <a:ext cx="11311203" cy="356341"/>
            <a:chOff x="441059" y="-543299"/>
            <a:chExt cx="11311203" cy="356341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67FE574-C472-944C-85AC-16E1F8CAA96A}"/>
                </a:ext>
              </a:extLst>
            </p:cNvPr>
            <p:cNvCxnSpPr>
              <a:cxnSpLocks/>
            </p:cNvCxnSpPr>
            <p:nvPr/>
          </p:nvCxnSpPr>
          <p:spPr>
            <a:xfrm>
              <a:off x="441059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F782C39-0D18-B245-BF70-C282B0A1417E}"/>
                </a:ext>
              </a:extLst>
            </p:cNvPr>
            <p:cNvCxnSpPr>
              <a:cxnSpLocks/>
            </p:cNvCxnSpPr>
            <p:nvPr/>
          </p:nvCxnSpPr>
          <p:spPr>
            <a:xfrm>
              <a:off x="213897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A735312-2F3D-D74E-BD47-F2D0EC38193D}"/>
                </a:ext>
              </a:extLst>
            </p:cNvPr>
            <p:cNvCxnSpPr>
              <a:cxnSpLocks/>
            </p:cNvCxnSpPr>
            <p:nvPr/>
          </p:nvCxnSpPr>
          <p:spPr>
            <a:xfrm>
              <a:off x="2283267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4412662-E083-6247-AD63-E3E205B5C451}"/>
                </a:ext>
              </a:extLst>
            </p:cNvPr>
            <p:cNvCxnSpPr>
              <a:cxnSpLocks/>
            </p:cNvCxnSpPr>
            <p:nvPr/>
          </p:nvCxnSpPr>
          <p:spPr>
            <a:xfrm>
              <a:off x="407193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1D7E54F-EC9E-F047-80D5-1494B1F7DDE3}"/>
                </a:ext>
              </a:extLst>
            </p:cNvPr>
            <p:cNvCxnSpPr>
              <a:cxnSpLocks/>
            </p:cNvCxnSpPr>
            <p:nvPr/>
          </p:nvCxnSpPr>
          <p:spPr>
            <a:xfrm>
              <a:off x="4297363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F8224BF4-720A-E842-B806-0D733B149B42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F57B71B-7262-C943-8F0E-926200A1BB06}"/>
                </a:ext>
              </a:extLst>
            </p:cNvPr>
            <p:cNvCxnSpPr>
              <a:cxnSpLocks/>
            </p:cNvCxnSpPr>
            <p:nvPr/>
          </p:nvCxnSpPr>
          <p:spPr>
            <a:xfrm>
              <a:off x="6199188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CAC6C4-8DFB-2740-97F7-90FF0FCEA425}"/>
                </a:ext>
              </a:extLst>
            </p:cNvPr>
            <p:cNvCxnSpPr>
              <a:cxnSpLocks/>
            </p:cNvCxnSpPr>
            <p:nvPr/>
          </p:nvCxnSpPr>
          <p:spPr>
            <a:xfrm>
              <a:off x="798830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C789A6A-CFFC-9242-ABA8-9EEF1F7FF32F}"/>
                </a:ext>
              </a:extLst>
            </p:cNvPr>
            <p:cNvCxnSpPr>
              <a:cxnSpLocks/>
            </p:cNvCxnSpPr>
            <p:nvPr/>
          </p:nvCxnSpPr>
          <p:spPr>
            <a:xfrm>
              <a:off x="8185150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6F9C895-C70D-684C-BE55-F2F63606D6DF}"/>
                </a:ext>
              </a:extLst>
            </p:cNvPr>
            <p:cNvCxnSpPr>
              <a:cxnSpLocks/>
            </p:cNvCxnSpPr>
            <p:nvPr/>
          </p:nvCxnSpPr>
          <p:spPr>
            <a:xfrm>
              <a:off x="9918275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5CF3D0A-4D9E-7645-BAD2-235D94D6248D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569" y="-543299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59C4FB6-F336-8D4E-A9F8-6C92DC15E269}"/>
                </a:ext>
              </a:extLst>
            </p:cNvPr>
            <p:cNvCxnSpPr>
              <a:cxnSpLocks/>
            </p:cNvCxnSpPr>
            <p:nvPr/>
          </p:nvCxnSpPr>
          <p:spPr>
            <a:xfrm>
              <a:off x="11752262" y="-543299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DA5BD5D-C36F-B84B-AF5A-E637C8AF11F9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81" y="-543299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/>
          <p:cNvGrpSpPr/>
          <p:nvPr/>
        </p:nvGrpSpPr>
        <p:grpSpPr>
          <a:xfrm>
            <a:off x="441060" y="7039658"/>
            <a:ext cx="11311203" cy="356341"/>
            <a:chOff x="441059" y="7039657"/>
            <a:chExt cx="11311203" cy="356341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1AE2D35-DB98-4C40-BAD2-670315C3F82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59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7F2538-274A-9842-95A0-73C36996A151}"/>
                </a:ext>
              </a:extLst>
            </p:cNvPr>
            <p:cNvCxnSpPr>
              <a:cxnSpLocks/>
            </p:cNvCxnSpPr>
            <p:nvPr/>
          </p:nvCxnSpPr>
          <p:spPr>
            <a:xfrm>
              <a:off x="213897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0E42852-FA1F-B04C-9371-8E93272E2453}"/>
                </a:ext>
              </a:extLst>
            </p:cNvPr>
            <p:cNvCxnSpPr>
              <a:cxnSpLocks/>
            </p:cNvCxnSpPr>
            <p:nvPr/>
          </p:nvCxnSpPr>
          <p:spPr>
            <a:xfrm>
              <a:off x="2283267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5756C35-AD97-A447-9FC0-F0FA4FA7EC2F}"/>
                </a:ext>
              </a:extLst>
            </p:cNvPr>
            <p:cNvCxnSpPr>
              <a:cxnSpLocks/>
            </p:cNvCxnSpPr>
            <p:nvPr/>
          </p:nvCxnSpPr>
          <p:spPr>
            <a:xfrm>
              <a:off x="407193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8223EF5-4818-B642-9A60-D1E9F13A8FD8}"/>
                </a:ext>
              </a:extLst>
            </p:cNvPr>
            <p:cNvCxnSpPr>
              <a:cxnSpLocks/>
            </p:cNvCxnSpPr>
            <p:nvPr/>
          </p:nvCxnSpPr>
          <p:spPr>
            <a:xfrm>
              <a:off x="4297363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B21F70-6ECA-9449-A970-BBEDE88C0072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9C30193-7F02-F445-8AE2-CA517F7CDD06}"/>
                </a:ext>
              </a:extLst>
            </p:cNvPr>
            <p:cNvCxnSpPr>
              <a:cxnSpLocks/>
            </p:cNvCxnSpPr>
            <p:nvPr/>
          </p:nvCxnSpPr>
          <p:spPr>
            <a:xfrm>
              <a:off x="6199188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8844B5B-0AA8-6D4D-9E46-AA378D9DE7B3}"/>
                </a:ext>
              </a:extLst>
            </p:cNvPr>
            <p:cNvCxnSpPr>
              <a:cxnSpLocks/>
            </p:cNvCxnSpPr>
            <p:nvPr/>
          </p:nvCxnSpPr>
          <p:spPr>
            <a:xfrm>
              <a:off x="7977592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85DAB4E-4C9B-2C46-9AC1-D2C31C390546}"/>
                </a:ext>
              </a:extLst>
            </p:cNvPr>
            <p:cNvCxnSpPr>
              <a:cxnSpLocks/>
            </p:cNvCxnSpPr>
            <p:nvPr/>
          </p:nvCxnSpPr>
          <p:spPr>
            <a:xfrm>
              <a:off x="8185150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5450B0D-FE75-DB46-ACD6-992428ACC1CA}"/>
                </a:ext>
              </a:extLst>
            </p:cNvPr>
            <p:cNvCxnSpPr>
              <a:cxnSpLocks/>
            </p:cNvCxnSpPr>
            <p:nvPr/>
          </p:nvCxnSpPr>
          <p:spPr>
            <a:xfrm>
              <a:off x="9918275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CC32F0D-1C5F-2E48-A45C-8250B0BD2A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62569" y="7039657"/>
              <a:ext cx="0" cy="35634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CC3CC1E-4EF3-D64A-AF8C-3006FAF4E55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2262" y="7039657"/>
              <a:ext cx="0" cy="356341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DCB8A8-F42F-C54E-9B1C-4AF120BB070C}"/>
                </a:ext>
              </a:extLst>
            </p:cNvPr>
            <p:cNvCxnSpPr>
              <a:cxnSpLocks/>
            </p:cNvCxnSpPr>
            <p:nvPr/>
          </p:nvCxnSpPr>
          <p:spPr>
            <a:xfrm>
              <a:off x="6102150" y="7039657"/>
              <a:ext cx="0" cy="356341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/>
        </p:nvGrpSpPr>
        <p:grpSpPr>
          <a:xfrm>
            <a:off x="-543749" y="456372"/>
            <a:ext cx="363498" cy="5872728"/>
            <a:chOff x="-543750" y="456372"/>
            <a:chExt cx="363498" cy="587272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97DB925-E068-B045-8E44-D5DE3798F6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74D9A4-0BA8-C848-8BED-29B4392798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6B21299-A197-964A-A5F0-8365B33BB0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540755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41FFB26-7469-4843-89A4-1A9D7F3D68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37F69AA-9375-2649-8B31-D47A2DC52D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3833C03-B7AE-9F4B-BAB4-65062ACA30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CAA520-1BFE-314A-9F42-E25402CEA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43750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12377809" y="456372"/>
            <a:ext cx="363498" cy="5872728"/>
            <a:chOff x="12377808" y="456372"/>
            <a:chExt cx="363498" cy="587272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31F7EB-FA81-1F45-88A3-D55ED1154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6329100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F804969-F8D9-6640-8DB2-088B8BC2B8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3430130"/>
              <a:ext cx="360503" cy="0"/>
            </a:xfrm>
            <a:prstGeom prst="line">
              <a:avLst/>
            </a:prstGeom>
            <a:ln w="254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A80D99E-0F5E-8A41-AD4A-4232D229E5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80803" y="456372"/>
              <a:ext cx="360503" cy="0"/>
            </a:xfrm>
            <a:prstGeom prst="line">
              <a:avLst/>
            </a:prstGeom>
            <a:ln w="25400">
              <a:solidFill>
                <a:srgbClr val="FA19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F08334E-1AC5-D745-88BE-802F0DADA8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2108471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CB356B9-CC85-EC4C-AB51-D3E726783B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1345690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B6987DB-BB68-5542-B82F-8FF3190CB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377808" y="5372066"/>
              <a:ext cx="363498" cy="1622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0" name="Picture 2"/>
          <p:cNvPicPr>
            <a:picLocks noChangeAspect="1" noChangeArrowheads="1"/>
          </p:cNvPicPr>
          <p:nvPr/>
        </p:nvPicPr>
        <p:blipFill>
          <a:blip r:embed="rId8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76163" y="4621909"/>
            <a:ext cx="1916715" cy="579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1" name="TextBox 110"/>
          <p:cNvSpPr txBox="1"/>
          <p:nvPr/>
        </p:nvSpPr>
        <p:spPr>
          <a:xfrm>
            <a:off x="-1980727" y="5221651"/>
            <a:ext cx="1916715" cy="1015663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000" b="1">
                <a:solidFill>
                  <a:srgbClr val="D22630"/>
                </a:solidFill>
                <a:latin typeface="+mn-lt"/>
              </a:rPr>
              <a:t>Note</a:t>
            </a:r>
            <a:r>
              <a:rPr lang="en-GB" sz="1000">
                <a:solidFill>
                  <a:srgbClr val="D22630"/>
                </a:solidFill>
                <a:latin typeface="+mn-lt"/>
              </a:rPr>
              <a:t>: </a:t>
            </a:r>
            <a:r>
              <a:rPr lang="en-GB" sz="1000">
                <a:latin typeface="+mn-lt"/>
              </a:rPr>
              <a:t>To change text styles, place text cursor in text and choose to promote or demote level with one of</a:t>
            </a:r>
            <a:br>
              <a:rPr lang="en-GB" sz="1000">
                <a:latin typeface="+mn-lt"/>
              </a:rPr>
            </a:br>
            <a:r>
              <a:rPr lang="en-GB" sz="1000">
                <a:latin typeface="+mn-lt"/>
              </a:rPr>
              <a:t>the indicated buttons.</a:t>
            </a:r>
          </a:p>
          <a:p>
            <a:r>
              <a:rPr lang="en-GB" sz="1000">
                <a:latin typeface="+mn-lt"/>
              </a:rPr>
              <a:t>(located on the HOME tab)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01E1A2-3722-73A5-E35B-3458FDF27AC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82010" y="6707153"/>
            <a:ext cx="1241748" cy="15243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843F33-B275-DD77-F0E1-52458A837A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5"/>
            </p:custDataLst>
            <p:extLst>
              <p:ext uri="{D42A27DB-BD31-4B8C-83A1-F6EECF244321}">
                <p14:modId xmlns:p14="http://schemas.microsoft.com/office/powerpoint/2010/main" val="2788604128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415" imgH="416" progId="TCLayout.ActiveDocument.1">
                  <p:embed/>
                </p:oleObj>
              </mc:Choice>
              <mc:Fallback>
                <p:oleObj name="think-cell Slide" r:id="rId86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843F33-B275-DD77-F0E1-52458A837A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9D1482-FCAC-6BA2-5AF2-940001649EB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982010" y="6707153"/>
            <a:ext cx="1241748" cy="15243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110658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921" r:id="rId17"/>
    <p:sldLayoutId id="2147483840" r:id="rId18"/>
    <p:sldLayoutId id="2147483841" r:id="rId19"/>
    <p:sldLayoutId id="2147483843" r:id="rId20"/>
    <p:sldLayoutId id="2147483844" r:id="rId21"/>
    <p:sldLayoutId id="2147483845" r:id="rId22"/>
    <p:sldLayoutId id="2147483846" r:id="rId23"/>
    <p:sldLayoutId id="2147483762" r:id="rId24"/>
    <p:sldLayoutId id="2147483765" r:id="rId25"/>
    <p:sldLayoutId id="2147483766" r:id="rId26"/>
    <p:sldLayoutId id="2147483767" r:id="rId27"/>
    <p:sldLayoutId id="2147483768" r:id="rId28"/>
    <p:sldLayoutId id="2147483769" r:id="rId29"/>
    <p:sldLayoutId id="2147483770" r:id="rId30"/>
    <p:sldLayoutId id="2147483771" r:id="rId31"/>
    <p:sldLayoutId id="2147483772" r:id="rId32"/>
    <p:sldLayoutId id="2147483773" r:id="rId33"/>
    <p:sldLayoutId id="2147483774" r:id="rId34"/>
    <p:sldLayoutId id="2147483775" r:id="rId35"/>
    <p:sldLayoutId id="2147483776" r:id="rId36"/>
    <p:sldLayoutId id="2147483777" r:id="rId37"/>
    <p:sldLayoutId id="2147483778" r:id="rId38"/>
    <p:sldLayoutId id="2147483779" r:id="rId39"/>
    <p:sldLayoutId id="2147483780" r:id="rId40"/>
    <p:sldLayoutId id="2147483781" r:id="rId41"/>
    <p:sldLayoutId id="2147483782" r:id="rId42"/>
    <p:sldLayoutId id="2147483783" r:id="rId43"/>
    <p:sldLayoutId id="2147483784" r:id="rId44"/>
    <p:sldLayoutId id="2147483785" r:id="rId45"/>
    <p:sldLayoutId id="2147483786" r:id="rId46"/>
    <p:sldLayoutId id="2147483787" r:id="rId47"/>
    <p:sldLayoutId id="2147483788" r:id="rId48"/>
    <p:sldLayoutId id="2147483789" r:id="rId49"/>
    <p:sldLayoutId id="2147483790" r:id="rId50"/>
    <p:sldLayoutId id="2147483791" r:id="rId51"/>
    <p:sldLayoutId id="2147483792" r:id="rId52"/>
    <p:sldLayoutId id="2147483793" r:id="rId53"/>
    <p:sldLayoutId id="2147483794" r:id="rId54"/>
    <p:sldLayoutId id="2147483795" r:id="rId55"/>
    <p:sldLayoutId id="2147483796" r:id="rId56"/>
    <p:sldLayoutId id="2147483797" r:id="rId57"/>
    <p:sldLayoutId id="2147483798" r:id="rId58"/>
    <p:sldLayoutId id="2147483799" r:id="rId59"/>
    <p:sldLayoutId id="2147483800" r:id="rId60"/>
    <p:sldLayoutId id="2147483801" r:id="rId61"/>
    <p:sldLayoutId id="2147483802" r:id="rId62"/>
    <p:sldLayoutId id="2147483803" r:id="rId63"/>
    <p:sldLayoutId id="2147483804" r:id="rId64"/>
    <p:sldLayoutId id="2147483805" r:id="rId65"/>
    <p:sldLayoutId id="2147483806" r:id="rId66"/>
    <p:sldLayoutId id="2147483807" r:id="rId67"/>
    <p:sldLayoutId id="2147483808" r:id="rId68"/>
    <p:sldLayoutId id="2147483809" r:id="rId69"/>
    <p:sldLayoutId id="2147483810" r:id="rId70"/>
    <p:sldLayoutId id="2147483811" r:id="rId71"/>
    <p:sldLayoutId id="2147483812" r:id="rId72"/>
    <p:sldLayoutId id="2147483813" r:id="rId73"/>
    <p:sldLayoutId id="2147483814" r:id="rId74"/>
    <p:sldLayoutId id="2147483815" r:id="rId75"/>
    <p:sldLayoutId id="2147483816" r:id="rId76"/>
    <p:sldLayoutId id="2147483817" r:id="rId77"/>
    <p:sldLayoutId id="2147483818" r:id="rId78"/>
    <p:sldLayoutId id="2147483820" r:id="rId79"/>
    <p:sldLayoutId id="2147483821" r:id="rId80"/>
    <p:sldLayoutId id="2147483822" r:id="rId81"/>
    <p:sldLayoutId id="2147483849" r:id="rId8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 cap="none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5pPr>
      <a:lvl6pPr marL="54433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6pPr>
      <a:lvl7pPr marL="108866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7pPr>
      <a:lvl8pPr marL="1633001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8pPr>
      <a:lvl9pPr marL="217733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" charset="0"/>
        </a:defRPr>
      </a:lvl9pPr>
    </p:titleStyle>
    <p:bodyStyle>
      <a:lvl1pPr algn="l" rtl="0" eaLnBrk="1" fontAlgn="base" hangingPunct="1">
        <a:lnSpc>
          <a:spcPct val="125000"/>
        </a:lnSpc>
        <a:spcBef>
          <a:spcPts val="0"/>
        </a:spcBef>
        <a:spcAft>
          <a:spcPts val="1400"/>
        </a:spcAft>
        <a:defRPr sz="1400" b="0">
          <a:solidFill>
            <a:schemeClr val="tx2"/>
          </a:solidFill>
          <a:latin typeface="+mn-lt"/>
          <a:ea typeface="+mn-ea"/>
          <a:cs typeface="+mn-cs"/>
        </a:defRPr>
      </a:lvl1pPr>
      <a:lvl2pPr marL="179982" indent="-179982" algn="l" rtl="0" eaLnBrk="1" fontAlgn="base" hangingPunct="1">
        <a:lnSpc>
          <a:spcPct val="125000"/>
        </a:lnSpc>
        <a:spcBef>
          <a:spcPts val="700"/>
        </a:spcBef>
        <a:spcAft>
          <a:spcPct val="0"/>
        </a:spcAft>
        <a:buClr>
          <a:schemeClr val="accent2"/>
        </a:buClr>
        <a:buFontTx/>
        <a:buBlip>
          <a:blip r:embed="rId89"/>
        </a:buBlip>
        <a:defRPr sz="1400" b="0">
          <a:solidFill>
            <a:schemeClr val="tx2"/>
          </a:solidFill>
          <a:latin typeface="+mn-lt"/>
        </a:defRPr>
      </a:lvl2pPr>
      <a:lvl3pPr marL="360327" indent="-173021" algn="l" rtl="0" eaLnBrk="1" fontAlgn="base" hangingPunct="1">
        <a:lnSpc>
          <a:spcPct val="125000"/>
        </a:lnSpc>
        <a:spcBef>
          <a:spcPts val="200"/>
        </a:spcBef>
        <a:spcAft>
          <a:spcPct val="0"/>
        </a:spcAft>
        <a:buClrTx/>
        <a:buFont typeface="Amalia" pitchFamily="34" charset="0"/>
        <a:buChar char="•"/>
        <a:tabLst/>
        <a:defRPr sz="1200">
          <a:solidFill>
            <a:schemeClr val="tx2"/>
          </a:solidFill>
          <a:latin typeface="+mn-lt"/>
        </a:defRPr>
      </a:lvl3pPr>
      <a:lvl4pPr marL="532747" indent="-179370" algn="l" rtl="0" eaLnBrk="1" fontAlgn="base" hangingPunct="1">
        <a:lnSpc>
          <a:spcPct val="125000"/>
        </a:lnSpc>
        <a:spcBef>
          <a:spcPts val="540"/>
        </a:spcBef>
        <a:spcAft>
          <a:spcPct val="0"/>
        </a:spcAft>
        <a:buClrTx/>
        <a:buFont typeface="Nokia Pure Headline Light" pitchFamily="34" charset="0"/>
        <a:buChar char="–"/>
        <a:tabLst/>
        <a:defRPr sz="1000">
          <a:solidFill>
            <a:schemeClr val="tx2"/>
          </a:solidFill>
          <a:latin typeface="+mn-lt"/>
        </a:defRPr>
      </a:lvl4pPr>
      <a:lvl5pPr marL="0" indent="0" algn="l" rtl="0" eaLnBrk="1" fontAlgn="base" hangingPunct="1">
        <a:lnSpc>
          <a:spcPct val="125000"/>
        </a:lnSpc>
        <a:spcBef>
          <a:spcPts val="1999"/>
        </a:spcBef>
        <a:spcAft>
          <a:spcPct val="0"/>
        </a:spcAft>
        <a:buFont typeface="Calibri" panose="020F0502020204030204" pitchFamily="34" charset="0"/>
        <a:buNone/>
        <a:tabLst/>
        <a:defRPr sz="1200" b="0" u="sng" baseline="0">
          <a:solidFill>
            <a:srgbClr val="64C5C9"/>
          </a:solidFill>
          <a:latin typeface="+mn-lt"/>
        </a:defRPr>
      </a:lvl5pPr>
      <a:lvl6pPr marL="0" indent="0" algn="l" rtl="0" eaLnBrk="1" fontAlgn="base" hangingPunct="1">
        <a:spcBef>
          <a:spcPts val="2858"/>
        </a:spcBef>
        <a:spcAft>
          <a:spcPct val="0"/>
        </a:spcAft>
        <a:buFont typeface="Arial" charset="0"/>
        <a:buNone/>
        <a:defRPr sz="1400">
          <a:solidFill>
            <a:srgbClr val="FF0000"/>
          </a:solidFill>
          <a:latin typeface="+mn-lt"/>
        </a:defRPr>
      </a:lvl6pPr>
      <a:lvl7pPr marL="2687647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7pPr>
      <a:lvl8pPr marL="3231980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8pPr>
      <a:lvl9pPr marL="3776314" indent="-12474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334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667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3001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7334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1667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6001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10335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4668" algn="l" defTabSz="1088667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D2A7-3146-C083-AB91-5EFEE75E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D2CFA4-DE35-44E6-5798-32183B44841B}"/>
              </a:ext>
            </a:extLst>
          </p:cNvPr>
          <p:cNvSpPr>
            <a:spLocks noChangeAspect="1"/>
          </p:cNvSpPr>
          <p:nvPr/>
        </p:nvSpPr>
        <p:spPr>
          <a:xfrm>
            <a:off x="414966" y="2369544"/>
            <a:ext cx="3237399" cy="4029263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36000" rIns="0" bIns="0" rtlCol="0" anchor="t" anchorCtr="0"/>
          <a:lstStyle/>
          <a:p>
            <a:pPr>
              <a:lnSpc>
                <a:spcPct val="150000"/>
              </a:lnSpc>
            </a:pPr>
            <a:endParaRPr lang="de-AT" sz="1000" b="1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56833E-EF2C-072E-1878-3A97A5C58A58}"/>
              </a:ext>
            </a:extLst>
          </p:cNvPr>
          <p:cNvGrpSpPr/>
          <p:nvPr/>
        </p:nvGrpSpPr>
        <p:grpSpPr>
          <a:xfrm>
            <a:off x="10902777" y="218920"/>
            <a:ext cx="1130370" cy="1124574"/>
            <a:chOff x="10902777" y="218920"/>
            <a:chExt cx="1130370" cy="1124574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8F4A01-4B04-10DA-7CEB-C074545748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02777" y="218920"/>
              <a:ext cx="1130370" cy="1124574"/>
            </a:xfrm>
            <a:prstGeom prst="ellipse">
              <a:avLst/>
            </a:prstGeom>
            <a:solidFill>
              <a:schemeClr val="accent1"/>
            </a:solidFill>
            <a:ln w="76200">
              <a:noFill/>
            </a:ln>
            <a:effectLst>
              <a:outerShdw blurRad="63500" sx="102000" sy="102000" algn="ctr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lang="en-US" sz="1050" b="1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endParaRPr lang="en-US" sz="1200" b="1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endParaRPr lang="en-US" sz="1200" b="1">
                <a:solidFill>
                  <a:schemeClr val="tx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8DA6B2-5C86-5BDB-A861-7ECBC66FA31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0975939" y="611930"/>
              <a:ext cx="989074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b="1">
                  <a:latin typeface="Amalia"/>
                </a:rPr>
                <a:t>Learning Transfer</a:t>
              </a:r>
              <a:endParaRPr lang="en-US" sz="1200" b="1">
                <a:latin typeface="Amalia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A427AF6-E822-6B47-E20F-3A73BE5F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Learning Transfer Goal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E1A280-59B5-6883-9E9E-2A8A89044ED9}"/>
              </a:ext>
            </a:extLst>
          </p:cNvPr>
          <p:cNvSpPr txBox="1"/>
          <p:nvPr/>
        </p:nvSpPr>
        <p:spPr>
          <a:xfrm>
            <a:off x="451244" y="1237120"/>
            <a:ext cx="30861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>
                <a:latin typeface="+mn-lt"/>
              </a:rPr>
              <a:t>My </a:t>
            </a:r>
            <a:r>
              <a:rPr lang="de-DE" sz="2000" b="1" err="1">
                <a:latin typeface="+mn-lt"/>
              </a:rPr>
              <a:t>goal</a:t>
            </a:r>
            <a:endParaRPr lang="de-DE" sz="2000" b="1">
              <a:latin typeface="+mn-lt"/>
            </a:endParaRPr>
          </a:p>
          <a:p>
            <a:pPr algn="ctr"/>
            <a:r>
              <a:rPr lang="en-US" sz="1400">
                <a:latin typeface="+mn-lt"/>
              </a:rPr>
              <a:t>What Innovation School learning will I integrate into my daily work, and what will I do differently?</a:t>
            </a:r>
            <a:endParaRPr lang="de-DE" sz="1400">
              <a:latin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DC78B4-0971-189B-4FE0-3483F56DF4E5}"/>
              </a:ext>
            </a:extLst>
          </p:cNvPr>
          <p:cNvSpPr txBox="1"/>
          <p:nvPr/>
        </p:nvSpPr>
        <p:spPr>
          <a:xfrm>
            <a:off x="4306174" y="1237120"/>
            <a:ext cx="32374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>
                <a:latin typeface="+mn-lt"/>
              </a:rPr>
              <a:t>Value for </a:t>
            </a:r>
            <a:r>
              <a:rPr lang="de-DE" sz="2000" b="1" err="1">
                <a:latin typeface="+mn-lt"/>
              </a:rPr>
              <a:t>others</a:t>
            </a:r>
            <a:endParaRPr lang="de-DE" sz="2000" b="1">
              <a:latin typeface="+mn-lt"/>
            </a:endParaRPr>
          </a:p>
          <a:p>
            <a:pPr algn="ctr"/>
            <a:r>
              <a:rPr lang="en-US" sz="1400">
                <a:latin typeface="+mn-lt"/>
              </a:rPr>
              <a:t>Who will benefit, and how will I involve, enable or share the learning with them?</a:t>
            </a:r>
            <a:endParaRPr lang="de-DE" sz="140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CB8447-1F2B-FD5D-5C2F-40AEBAE87E3F}"/>
              </a:ext>
            </a:extLst>
          </p:cNvPr>
          <p:cNvSpPr txBox="1"/>
          <p:nvPr/>
        </p:nvSpPr>
        <p:spPr>
          <a:xfrm>
            <a:off x="7862913" y="4126329"/>
            <a:ext cx="3193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>
                <a:latin typeface="+mn-lt"/>
              </a:rPr>
              <a:t>Signs of Progress</a:t>
            </a:r>
          </a:p>
          <a:p>
            <a:pPr algn="ctr"/>
            <a:r>
              <a:rPr lang="en-US" sz="1400">
                <a:latin typeface="+mn-lt"/>
              </a:rPr>
              <a:t>How will I </a:t>
            </a:r>
            <a:r>
              <a:rPr lang="en-US" sz="1400" err="1">
                <a:latin typeface="+mn-lt"/>
              </a:rPr>
              <a:t>recognise</a:t>
            </a:r>
            <a:r>
              <a:rPr lang="en-US" sz="1400">
                <a:latin typeface="+mn-lt"/>
              </a:rPr>
              <a:t> that the learning transfer is taking place?</a:t>
            </a:r>
            <a:endParaRPr lang="de-DE" sz="1400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7E5CBF-0187-96D0-F5B7-D683CF50D050}"/>
              </a:ext>
            </a:extLst>
          </p:cNvPr>
          <p:cNvSpPr txBox="1"/>
          <p:nvPr/>
        </p:nvSpPr>
        <p:spPr>
          <a:xfrm>
            <a:off x="529985" y="2500357"/>
            <a:ext cx="3007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I will [apply/share what] in [which work context] starting [when] and [how often], to contribute to [intended change or benefit].</a:t>
            </a:r>
            <a:endParaRPr lang="de-DE" sz="140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669221-1610-FEA1-91EA-41DB5522760F}"/>
              </a:ext>
            </a:extLst>
          </p:cNvPr>
          <p:cNvSpPr>
            <a:spLocks noChangeAspect="1"/>
          </p:cNvSpPr>
          <p:nvPr/>
        </p:nvSpPr>
        <p:spPr>
          <a:xfrm>
            <a:off x="4306174" y="2364781"/>
            <a:ext cx="3237399" cy="1324893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36000" rIns="0" bIns="0" rtlCol="0" anchor="t" anchorCtr="0"/>
          <a:lstStyle/>
          <a:p>
            <a:pPr>
              <a:lnSpc>
                <a:spcPct val="150000"/>
              </a:lnSpc>
            </a:pPr>
            <a:endParaRPr lang="de-AT" sz="1000" b="1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F9C5EA-53C3-BC79-40CE-19585A254520}"/>
              </a:ext>
            </a:extLst>
          </p:cNvPr>
          <p:cNvSpPr txBox="1"/>
          <p:nvPr/>
        </p:nvSpPr>
        <p:spPr>
          <a:xfrm>
            <a:off x="4392302" y="2457567"/>
            <a:ext cx="30073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Think about your team, colleagues, stakeholders or wider community, and how they can actively benefit.</a:t>
            </a:r>
            <a:endParaRPr lang="de-DE" sz="140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BD684A8-AEC7-F62B-8D00-BA693D31591C}"/>
              </a:ext>
            </a:extLst>
          </p:cNvPr>
          <p:cNvSpPr>
            <a:spLocks noChangeAspect="1"/>
          </p:cNvSpPr>
          <p:nvPr/>
        </p:nvSpPr>
        <p:spPr>
          <a:xfrm>
            <a:off x="7862913" y="5069119"/>
            <a:ext cx="3237399" cy="1324893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36000" rIns="0" bIns="0" rtlCol="0" anchor="t" anchorCtr="0"/>
          <a:lstStyle/>
          <a:p>
            <a:pPr>
              <a:lnSpc>
                <a:spcPct val="150000"/>
              </a:lnSpc>
            </a:pPr>
            <a:endParaRPr lang="de-AT" sz="1000" b="1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7D056D-1613-832C-B5E9-63B14C3C26F0}"/>
              </a:ext>
            </a:extLst>
          </p:cNvPr>
          <p:cNvSpPr txBox="1"/>
          <p:nvPr/>
        </p:nvSpPr>
        <p:spPr>
          <a:xfrm>
            <a:off x="7862913" y="5161905"/>
            <a:ext cx="32373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For example: repeated application, feedback, changed ways of working, colleagues using the approach, or another observable result.</a:t>
            </a:r>
            <a:endParaRPr lang="de-DE" sz="140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F43F50-781C-E783-B6DA-70A88B43B537}"/>
              </a:ext>
            </a:extLst>
          </p:cNvPr>
          <p:cNvSpPr>
            <a:spLocks noChangeAspect="1"/>
          </p:cNvSpPr>
          <p:nvPr/>
        </p:nvSpPr>
        <p:spPr>
          <a:xfrm>
            <a:off x="7858215" y="2364781"/>
            <a:ext cx="3237399" cy="1324893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36000" rIns="0" bIns="0" rtlCol="0" anchor="t" anchorCtr="0"/>
          <a:lstStyle/>
          <a:p>
            <a:pPr>
              <a:lnSpc>
                <a:spcPct val="150000"/>
              </a:lnSpc>
            </a:pPr>
            <a:endParaRPr lang="de-AT" sz="1000" b="1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A8F952-EF2C-9FA5-C4AF-F8444CDCCF34}"/>
              </a:ext>
            </a:extLst>
          </p:cNvPr>
          <p:cNvSpPr txBox="1"/>
          <p:nvPr/>
        </p:nvSpPr>
        <p:spPr>
          <a:xfrm>
            <a:off x="7792768" y="1240230"/>
            <a:ext cx="333392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>
                <a:latin typeface="+mn-lt"/>
              </a:rPr>
              <a:t>Support </a:t>
            </a:r>
            <a:r>
              <a:rPr lang="de-DE" sz="2000" b="1" err="1">
                <a:latin typeface="+mn-lt"/>
              </a:rPr>
              <a:t>needed</a:t>
            </a:r>
            <a:endParaRPr lang="de-DE" sz="2000" b="1">
              <a:latin typeface="+mn-lt"/>
            </a:endParaRPr>
          </a:p>
          <a:p>
            <a:pPr algn="ctr"/>
            <a:r>
              <a:rPr lang="en-US" sz="1400">
                <a:latin typeface="+mn-lt"/>
              </a:rPr>
              <a:t>What opportunity or support do I need from my line manager, colleagues or the innovation network?</a:t>
            </a:r>
            <a:endParaRPr lang="de-DE" sz="140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AFB6C-7D4D-175E-E412-7C8A3B66EE10}"/>
              </a:ext>
            </a:extLst>
          </p:cNvPr>
          <p:cNvSpPr txBox="1"/>
          <p:nvPr/>
        </p:nvSpPr>
        <p:spPr>
          <a:xfrm>
            <a:off x="4349933" y="4078943"/>
            <a:ext cx="31936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000" b="1">
                <a:latin typeface="+mn-lt"/>
              </a:rPr>
              <a:t>First </a:t>
            </a:r>
            <a:r>
              <a:rPr lang="de-DE" sz="2000" b="1" err="1">
                <a:latin typeface="+mn-lt"/>
              </a:rPr>
              <a:t>Step</a:t>
            </a:r>
            <a:endParaRPr lang="de-DE" sz="2000" b="1">
              <a:latin typeface="+mn-lt"/>
            </a:endParaRPr>
          </a:p>
          <a:p>
            <a:pPr algn="ctr"/>
            <a:r>
              <a:rPr lang="en-US" sz="1400">
                <a:latin typeface="+mn-lt"/>
              </a:rPr>
              <a:t>What is my first concrete step, and by when will I take it?</a:t>
            </a:r>
            <a:endParaRPr lang="de-DE" sz="1400">
              <a:latin typeface="+mn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DA80E2-C9CA-DA2F-8B14-9DF987754F63}"/>
              </a:ext>
            </a:extLst>
          </p:cNvPr>
          <p:cNvSpPr>
            <a:spLocks noChangeAspect="1"/>
          </p:cNvSpPr>
          <p:nvPr/>
        </p:nvSpPr>
        <p:spPr>
          <a:xfrm>
            <a:off x="4306174" y="5069119"/>
            <a:ext cx="3237399" cy="1324893"/>
          </a:xfrm>
          <a:prstGeom prst="round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36000" rIns="0" bIns="0" rtlCol="0" anchor="t" anchorCtr="0"/>
          <a:lstStyle/>
          <a:p>
            <a:pPr>
              <a:lnSpc>
                <a:spcPct val="150000"/>
              </a:lnSpc>
            </a:pPr>
            <a:endParaRPr lang="de-AT" sz="1000" b="1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101F5-E0D3-E129-4483-EE9C532E2D92}"/>
              </a:ext>
            </a:extLst>
          </p:cNvPr>
          <p:cNvSpPr txBox="1"/>
          <p:nvPr/>
        </p:nvSpPr>
        <p:spPr>
          <a:xfrm>
            <a:off x="7911094" y="2410181"/>
            <a:ext cx="32373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Consider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time,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access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,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feedback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,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guidance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, relevant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projects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or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opportunities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to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practise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AF8F60-178B-807F-F482-D4582A298FF3}"/>
              </a:ext>
            </a:extLst>
          </p:cNvPr>
          <p:cNvSpPr txBox="1"/>
          <p:nvPr/>
        </p:nvSpPr>
        <p:spPr>
          <a:xfrm>
            <a:off x="4306174" y="5114519"/>
            <a:ext cx="32373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Define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one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specific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action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, a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clear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date and,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where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relevant, the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person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you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 will </a:t>
            </a:r>
            <a:r>
              <a:rPr lang="de-DE" sz="1400" err="1">
                <a:solidFill>
                  <a:schemeClr val="bg2">
                    <a:lumMod val="50000"/>
                  </a:schemeClr>
                </a:solidFill>
                <a:latin typeface="+mn-lt"/>
              </a:rPr>
              <a:t>involve</a:t>
            </a:r>
            <a:r>
              <a:rPr lang="de-DE" sz="1400">
                <a:solidFill>
                  <a:schemeClr val="bg2">
                    <a:lumMod val="50000"/>
                  </a:schemeClr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5356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oschool">
  <a:themeElements>
    <a:clrScheme name="RBI Theme">
      <a:dk1>
        <a:srgbClr val="000000"/>
      </a:dk1>
      <a:lt1>
        <a:srgbClr val="FFFFFF"/>
      </a:lt1>
      <a:dk2>
        <a:srgbClr val="2B2D34"/>
      </a:dk2>
      <a:lt2>
        <a:srgbClr val="F1EDE6"/>
      </a:lt2>
      <a:accent1>
        <a:srgbClr val="FEE600"/>
      </a:accent1>
      <a:accent2>
        <a:srgbClr val="FFD403"/>
      </a:accent2>
      <a:accent3>
        <a:srgbClr val="F9BB30"/>
      </a:accent3>
      <a:accent4>
        <a:srgbClr val="67D0AB"/>
      </a:accent4>
      <a:accent5>
        <a:srgbClr val="FF8B6B"/>
      </a:accent5>
      <a:accent6>
        <a:srgbClr val="6A4CAD"/>
      </a:accent6>
      <a:hlink>
        <a:srgbClr val="64C5C9"/>
      </a:hlink>
      <a:folHlink>
        <a:srgbClr val="2B2D34"/>
      </a:folHlink>
    </a:clrScheme>
    <a:fontScheme name="RBI">
      <a:majorFont>
        <a:latin typeface="Amalia"/>
        <a:ea typeface=""/>
        <a:cs typeface=""/>
      </a:majorFont>
      <a:minorFont>
        <a:latin typeface="Amal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+mn-lt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07600"/>
        </a:dk2>
        <a:lt2>
          <a:srgbClr val="636B70"/>
        </a:lt2>
        <a:accent1>
          <a:srgbClr val="ADADAD"/>
        </a:accent1>
        <a:accent2>
          <a:srgbClr val="9C3024"/>
        </a:accent2>
        <a:accent3>
          <a:srgbClr val="FFFFFF"/>
        </a:accent3>
        <a:accent4>
          <a:srgbClr val="000000"/>
        </a:accent4>
        <a:accent5>
          <a:srgbClr val="D3D3D3"/>
        </a:accent5>
        <a:accent6>
          <a:srgbClr val="8D2A20"/>
        </a:accent6>
        <a:hlink>
          <a:srgbClr val="0066CB"/>
        </a:hlink>
        <a:folHlink>
          <a:srgbClr val="99CD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noschool" id="{AFC6CADD-00D3-4ED8-AAD4-2879FACF6A15}" vid="{0B0C8C9D-59B9-48B6-802A-20E9AD8928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41fef0-48bc-42f8-a485-440953e7c7a5">
      <Terms xmlns="http://schemas.microsoft.com/office/infopath/2007/PartnerControls"/>
    </lcf76f155ced4ddcb4097134ff3c332f>
    <TaxCatchAll xmlns="5a57e7c7-72d4-4c27-8488-f9db0dfa5e51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6795C41407194FA20F278E082155FA" ma:contentTypeVersion="9" ma:contentTypeDescription="Create a new document." ma:contentTypeScope="" ma:versionID="c1a31acee2d43cebeb678e6d83962a86">
  <xsd:schema xmlns:xsd="http://www.w3.org/2001/XMLSchema" xmlns:xs="http://www.w3.org/2001/XMLSchema" xmlns:p="http://schemas.microsoft.com/office/2006/metadata/properties" xmlns:ns2="2941fef0-48bc-42f8-a485-440953e7c7a5" xmlns:ns3="5a57e7c7-72d4-4c27-8488-f9db0dfa5e51" targetNamespace="http://schemas.microsoft.com/office/2006/metadata/properties" ma:root="true" ma:fieldsID="6a75463789feefd879abbe6955fadf37" ns2:_="" ns3:_="">
    <xsd:import namespace="2941fef0-48bc-42f8-a485-440953e7c7a5"/>
    <xsd:import namespace="5a57e7c7-72d4-4c27-8488-f9db0dfa5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41fef0-48bc-42f8-a485-440953e7c7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57e7c7-72d4-4c27-8488-f9db0dfa5e5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132b095-408d-4311-84ef-15502f84ff91}" ma:internalName="TaxCatchAll" ma:showField="CatchAllData" ma:web="5a57e7c7-72d4-4c27-8488-f9db0dfa5e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01E651-F266-49E1-B322-3AD4EE652D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DD6946-41FF-4B44-B343-6C58CA5D8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944731-EEDD-48B9-90B0-799F1B7C8BE8}">
  <ds:schemaRefs>
    <ds:schemaRef ds:uri="http://purl.org/dc/elements/1.1/"/>
    <ds:schemaRef ds:uri="http://schemas.microsoft.com/office/2006/metadata/properties"/>
    <ds:schemaRef ds:uri="942e4397-ecf9-49e8-a400-c1f8e789d64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1f03c5b-4a3f-4938-8ef1-441be3d176ac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52A9DD99-2980-45C7-A0A4-57E73E7AEEE8}"/>
</file>

<file path=docProps/app.xml><?xml version="1.0" encoding="utf-8"?>
<Properties xmlns="http://schemas.openxmlformats.org/officeDocument/2006/extended-properties" xmlns:vt="http://schemas.openxmlformats.org/officeDocument/2006/docPropsVTypes">
  <Template>innoschool</Template>
  <TotalTime>0</TotalTime>
  <Words>209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Amalia</vt:lpstr>
      <vt:lpstr>Amalia (Headings)</vt:lpstr>
      <vt:lpstr>Amalia Medium</vt:lpstr>
      <vt:lpstr>Arial</vt:lpstr>
      <vt:lpstr>Calibri</vt:lpstr>
      <vt:lpstr>Nokia Pure Headline Light</vt:lpstr>
      <vt:lpstr>innoschool</vt:lpstr>
      <vt:lpstr>think-cell Slide</vt:lpstr>
      <vt:lpstr>Learning Transfer Goal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Raiffeisen Bank PowerPoint Template</dc:title>
  <dc:creator>Nidhi MEHTA</dc:creator>
  <cp:lastModifiedBy>Lili HORVATH</cp:lastModifiedBy>
  <cp:revision>4</cp:revision>
  <cp:lastPrinted>2025-05-13T15:09:27Z</cp:lastPrinted>
  <dcterms:created xsi:type="dcterms:W3CDTF">2023-03-09T09:38:50Z</dcterms:created>
  <dcterms:modified xsi:type="dcterms:W3CDTF">2026-10-20T12:40:08Z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f7f2da-30d3-430a-a9a4-8103a74342a8_Enabled">
    <vt:lpwstr>true</vt:lpwstr>
  </property>
  <property fmtid="{D5CDD505-2E9C-101B-9397-08002B2CF9AE}" pid="3" name="MSIP_Label_cef7f2da-30d3-430a-a9a4-8103a74342a8_SetDate">
    <vt:lpwstr>2023-03-09T10:14:34Z</vt:lpwstr>
  </property>
  <property fmtid="{D5CDD505-2E9C-101B-9397-08002B2CF9AE}" pid="4" name="MSIP_Label_cef7f2da-30d3-430a-a9a4-8103a74342a8_Method">
    <vt:lpwstr>Privileged</vt:lpwstr>
  </property>
  <property fmtid="{D5CDD505-2E9C-101B-9397-08002B2CF9AE}" pid="5" name="MSIP_Label_cef7f2da-30d3-430a-a9a4-8103a74342a8_Name">
    <vt:lpwstr>Public</vt:lpwstr>
  </property>
  <property fmtid="{D5CDD505-2E9C-101B-9397-08002B2CF9AE}" pid="6" name="MSIP_Label_cef7f2da-30d3-430a-a9a4-8103a74342a8_SiteId">
    <vt:lpwstr>9b511fda-f0b1-43a5-b06e-1e720f64520a</vt:lpwstr>
  </property>
  <property fmtid="{D5CDD505-2E9C-101B-9397-08002B2CF9AE}" pid="7" name="MSIP_Label_cef7f2da-30d3-430a-a9a4-8103a74342a8_ActionId">
    <vt:lpwstr>df82b606-4652-4ca8-989a-b6a80a7cd084</vt:lpwstr>
  </property>
  <property fmtid="{D5CDD505-2E9C-101B-9397-08002B2CF9AE}" pid="8" name="MSIP_Label_cef7f2da-30d3-430a-a9a4-8103a74342a8_ContentBits">
    <vt:lpwstr>0</vt:lpwstr>
  </property>
  <property fmtid="{D5CDD505-2E9C-101B-9397-08002B2CF9AE}" pid="9" name="MediaServiceImageTags">
    <vt:lpwstr/>
  </property>
  <property fmtid="{D5CDD505-2E9C-101B-9397-08002B2CF9AE}" pid="10" name="Lastversion">
    <vt:bool>true</vt:bool>
  </property>
  <property fmtid="{D5CDD505-2E9C-101B-9397-08002B2CF9AE}" pid="11" name="ContentTypeId">
    <vt:lpwstr>0x010100CE6795C41407194FA20F278E082155FA</vt:lpwstr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lpwstr/>
  </property>
</Properties>
</file>